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71" r:id="rId12"/>
    <p:sldId id="268" r:id="rId13"/>
    <p:sldId id="272" r:id="rId14"/>
    <p:sldId id="269" r:id="rId15"/>
    <p:sldId id="270" r:id="rId16"/>
    <p:sldId id="273" r:id="rId17"/>
    <p:sldId id="274" r:id="rId18"/>
    <p:sldId id="275" r:id="rId19"/>
    <p:sldId id="276" r:id="rId20"/>
    <p:sldId id="279" r:id="rId21"/>
    <p:sldId id="277" r:id="rId22"/>
    <p:sldId id="278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94F7FF-B365-4CF7-8E20-A58BE6E34A0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3B2327A6-220D-4411-9440-B711DE62525D}">
      <dgm:prSet/>
      <dgm:spPr/>
      <dgm:t>
        <a:bodyPr/>
        <a:lstStyle/>
        <a:p>
          <a:pPr>
            <a:defRPr cap="all"/>
          </a:pPr>
          <a:r>
            <a:rPr lang="en-IN"/>
            <a:t>Weather applications provide temperature, humidity, and rainfall data </a:t>
          </a:r>
          <a:endParaRPr lang="en-US"/>
        </a:p>
      </dgm:t>
    </dgm:pt>
    <dgm:pt modelId="{DCA00B43-31B0-4131-A344-2AA5E63F584B}" type="parTrans" cxnId="{0A6CB8C6-2546-469F-9EA9-63027967B0A8}">
      <dgm:prSet/>
      <dgm:spPr/>
      <dgm:t>
        <a:bodyPr/>
        <a:lstStyle/>
        <a:p>
          <a:endParaRPr lang="en-US"/>
        </a:p>
      </dgm:t>
    </dgm:pt>
    <dgm:pt modelId="{22EEC446-9AB7-4079-842B-6313CD0A916A}" type="sibTrans" cxnId="{0A6CB8C6-2546-469F-9EA9-63027967B0A8}">
      <dgm:prSet/>
      <dgm:spPr/>
      <dgm:t>
        <a:bodyPr/>
        <a:lstStyle/>
        <a:p>
          <a:endParaRPr lang="en-US"/>
        </a:p>
      </dgm:t>
    </dgm:pt>
    <dgm:pt modelId="{6F340BEE-0626-428A-A187-8AD23880EC56}">
      <dgm:prSet/>
      <dgm:spPr/>
      <dgm:t>
        <a:bodyPr/>
        <a:lstStyle/>
        <a:p>
          <a:pPr>
            <a:defRPr cap="all"/>
          </a:pPr>
          <a:r>
            <a:rPr lang="en-IN"/>
            <a:t>Disaster management systems issue alerts during extreme conditions</a:t>
          </a:r>
          <a:endParaRPr lang="en-US"/>
        </a:p>
      </dgm:t>
    </dgm:pt>
    <dgm:pt modelId="{D0E3F332-F67B-472C-B6FD-BDA66FFEDDC3}" type="parTrans" cxnId="{4169DF0B-F32F-47F0-B245-BE9D890004B1}">
      <dgm:prSet/>
      <dgm:spPr/>
      <dgm:t>
        <a:bodyPr/>
        <a:lstStyle/>
        <a:p>
          <a:endParaRPr lang="en-US"/>
        </a:p>
      </dgm:t>
    </dgm:pt>
    <dgm:pt modelId="{58023D5C-E9E3-4BA5-BDA5-FE0919624CEE}" type="sibTrans" cxnId="{4169DF0B-F32F-47F0-B245-BE9D890004B1}">
      <dgm:prSet/>
      <dgm:spPr/>
      <dgm:t>
        <a:bodyPr/>
        <a:lstStyle/>
        <a:p>
          <a:endParaRPr lang="en-US"/>
        </a:p>
      </dgm:t>
    </dgm:pt>
    <dgm:pt modelId="{AFD97C5A-1A2C-4CDA-ADC7-C5E986835540}">
      <dgm:prSet/>
      <dgm:spPr/>
      <dgm:t>
        <a:bodyPr/>
        <a:lstStyle/>
        <a:p>
          <a:pPr>
            <a:defRPr cap="all"/>
          </a:pPr>
          <a:r>
            <a:rPr lang="en-IN"/>
            <a:t>Basic forecasting systems predict short-term weather patterns</a:t>
          </a:r>
          <a:endParaRPr lang="en-US"/>
        </a:p>
      </dgm:t>
    </dgm:pt>
    <dgm:pt modelId="{6BB85581-769B-4EFA-8B22-D6984B4CFA74}" type="parTrans" cxnId="{66E94767-C381-4223-8F84-92D8C3AFAA21}">
      <dgm:prSet/>
      <dgm:spPr/>
      <dgm:t>
        <a:bodyPr/>
        <a:lstStyle/>
        <a:p>
          <a:endParaRPr lang="en-US"/>
        </a:p>
      </dgm:t>
    </dgm:pt>
    <dgm:pt modelId="{BE4AB0C1-F806-41EF-A49B-EDADD1C5B7EC}" type="sibTrans" cxnId="{66E94767-C381-4223-8F84-92D8C3AFAA21}">
      <dgm:prSet/>
      <dgm:spPr/>
      <dgm:t>
        <a:bodyPr/>
        <a:lstStyle/>
        <a:p>
          <a:endParaRPr lang="en-US"/>
        </a:p>
      </dgm:t>
    </dgm:pt>
    <dgm:pt modelId="{F560888B-DF30-4C18-8EE2-6EAC8B1D22A5}" type="pres">
      <dgm:prSet presAssocID="{AE94F7FF-B365-4CF7-8E20-A58BE6E34A06}" presName="root" presStyleCnt="0">
        <dgm:presLayoutVars>
          <dgm:dir/>
          <dgm:resizeHandles val="exact"/>
        </dgm:presLayoutVars>
      </dgm:prSet>
      <dgm:spPr/>
    </dgm:pt>
    <dgm:pt modelId="{87BD31FC-92D4-4CEB-8F30-EABC16DFD70D}" type="pres">
      <dgm:prSet presAssocID="{3B2327A6-220D-4411-9440-B711DE62525D}" presName="compNode" presStyleCnt="0"/>
      <dgm:spPr/>
    </dgm:pt>
    <dgm:pt modelId="{B48C469F-C810-4611-9FE0-41A071170B21}" type="pres">
      <dgm:prSet presAssocID="{3B2327A6-220D-4411-9440-B711DE62525D}" presName="iconBgRect" presStyleLbl="bgShp" presStyleIdx="0" presStyleCnt="3"/>
      <dgm:spPr/>
    </dgm:pt>
    <dgm:pt modelId="{627F53E6-F729-4081-B4E4-772E50CE8AC7}" type="pres">
      <dgm:prSet presAssocID="{3B2327A6-220D-4411-9440-B711DE62525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294DB91F-9304-40DA-A714-49E69BC1DBD0}" type="pres">
      <dgm:prSet presAssocID="{3B2327A6-220D-4411-9440-B711DE62525D}" presName="spaceRect" presStyleCnt="0"/>
      <dgm:spPr/>
    </dgm:pt>
    <dgm:pt modelId="{13BD4735-46EB-4120-8651-26107DBCB6BB}" type="pres">
      <dgm:prSet presAssocID="{3B2327A6-220D-4411-9440-B711DE62525D}" presName="textRect" presStyleLbl="revTx" presStyleIdx="0" presStyleCnt="3">
        <dgm:presLayoutVars>
          <dgm:chMax val="1"/>
          <dgm:chPref val="1"/>
        </dgm:presLayoutVars>
      </dgm:prSet>
      <dgm:spPr/>
    </dgm:pt>
    <dgm:pt modelId="{DD99ED5B-F589-4E8A-BF22-24F63166605A}" type="pres">
      <dgm:prSet presAssocID="{22EEC446-9AB7-4079-842B-6313CD0A916A}" presName="sibTrans" presStyleCnt="0"/>
      <dgm:spPr/>
    </dgm:pt>
    <dgm:pt modelId="{D7AE1E89-A3CD-4F7B-A993-FD3F754DC93A}" type="pres">
      <dgm:prSet presAssocID="{6F340BEE-0626-428A-A187-8AD23880EC56}" presName="compNode" presStyleCnt="0"/>
      <dgm:spPr/>
    </dgm:pt>
    <dgm:pt modelId="{99FA7E63-A437-419E-8F91-2D562813D686}" type="pres">
      <dgm:prSet presAssocID="{6F340BEE-0626-428A-A187-8AD23880EC56}" presName="iconBgRect" presStyleLbl="bgShp" presStyleIdx="1" presStyleCnt="3"/>
      <dgm:spPr/>
    </dgm:pt>
    <dgm:pt modelId="{388980D1-4A5C-4232-A847-0C8B45EB9137}" type="pres">
      <dgm:prSet presAssocID="{6F340BEE-0626-428A-A187-8AD23880EC5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028BE329-ACFD-4DD5-BE34-B59A3FC23C53}" type="pres">
      <dgm:prSet presAssocID="{6F340BEE-0626-428A-A187-8AD23880EC56}" presName="spaceRect" presStyleCnt="0"/>
      <dgm:spPr/>
    </dgm:pt>
    <dgm:pt modelId="{E2DE8A1D-B741-49EC-93B6-33E8EAEC199C}" type="pres">
      <dgm:prSet presAssocID="{6F340BEE-0626-428A-A187-8AD23880EC56}" presName="textRect" presStyleLbl="revTx" presStyleIdx="1" presStyleCnt="3">
        <dgm:presLayoutVars>
          <dgm:chMax val="1"/>
          <dgm:chPref val="1"/>
        </dgm:presLayoutVars>
      </dgm:prSet>
      <dgm:spPr/>
    </dgm:pt>
    <dgm:pt modelId="{6119F7C3-8ECF-48E1-B976-8B7E6DDEB3E2}" type="pres">
      <dgm:prSet presAssocID="{58023D5C-E9E3-4BA5-BDA5-FE0919624CEE}" presName="sibTrans" presStyleCnt="0"/>
      <dgm:spPr/>
    </dgm:pt>
    <dgm:pt modelId="{935328C0-1387-4398-BCE3-423590005D59}" type="pres">
      <dgm:prSet presAssocID="{AFD97C5A-1A2C-4CDA-ADC7-C5E986835540}" presName="compNode" presStyleCnt="0"/>
      <dgm:spPr/>
    </dgm:pt>
    <dgm:pt modelId="{5B2470AD-AD4B-4A07-84D9-EE3E4157B104}" type="pres">
      <dgm:prSet presAssocID="{AFD97C5A-1A2C-4CDA-ADC7-C5E986835540}" presName="iconBgRect" presStyleLbl="bgShp" presStyleIdx="2" presStyleCnt="3"/>
      <dgm:spPr/>
    </dgm:pt>
    <dgm:pt modelId="{E60C03FB-0451-41AA-A3E8-305D3BDD84B3}" type="pres">
      <dgm:prSet presAssocID="{AFD97C5A-1A2C-4CDA-ADC7-C5E98683554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4AAAC80B-0A89-4D98-9DD8-2C19FF6A9E5C}" type="pres">
      <dgm:prSet presAssocID="{AFD97C5A-1A2C-4CDA-ADC7-C5E986835540}" presName="spaceRect" presStyleCnt="0"/>
      <dgm:spPr/>
    </dgm:pt>
    <dgm:pt modelId="{5A3860C0-7966-4146-85CD-A09F9165ABF1}" type="pres">
      <dgm:prSet presAssocID="{AFD97C5A-1A2C-4CDA-ADC7-C5E98683554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F747C09-3E1A-4A3F-846D-A2161ACD00C5}" type="presOf" srcId="{6F340BEE-0626-428A-A187-8AD23880EC56}" destId="{E2DE8A1D-B741-49EC-93B6-33E8EAEC199C}" srcOrd="0" destOrd="0" presId="urn:microsoft.com/office/officeart/2018/5/layout/IconCircleLabelList"/>
    <dgm:cxn modelId="{4169DF0B-F32F-47F0-B245-BE9D890004B1}" srcId="{AE94F7FF-B365-4CF7-8E20-A58BE6E34A06}" destId="{6F340BEE-0626-428A-A187-8AD23880EC56}" srcOrd="1" destOrd="0" parTransId="{D0E3F332-F67B-472C-B6FD-BDA66FFEDDC3}" sibTransId="{58023D5C-E9E3-4BA5-BDA5-FE0919624CEE}"/>
    <dgm:cxn modelId="{DCC93230-269F-4E54-ADEA-5F55D561E993}" type="presOf" srcId="{AFD97C5A-1A2C-4CDA-ADC7-C5E986835540}" destId="{5A3860C0-7966-4146-85CD-A09F9165ABF1}" srcOrd="0" destOrd="0" presId="urn:microsoft.com/office/officeart/2018/5/layout/IconCircleLabelList"/>
    <dgm:cxn modelId="{66E94767-C381-4223-8F84-92D8C3AFAA21}" srcId="{AE94F7FF-B365-4CF7-8E20-A58BE6E34A06}" destId="{AFD97C5A-1A2C-4CDA-ADC7-C5E986835540}" srcOrd="2" destOrd="0" parTransId="{6BB85581-769B-4EFA-8B22-D6984B4CFA74}" sibTransId="{BE4AB0C1-F806-41EF-A49B-EDADD1C5B7EC}"/>
    <dgm:cxn modelId="{0A6CB8C6-2546-469F-9EA9-63027967B0A8}" srcId="{AE94F7FF-B365-4CF7-8E20-A58BE6E34A06}" destId="{3B2327A6-220D-4411-9440-B711DE62525D}" srcOrd="0" destOrd="0" parTransId="{DCA00B43-31B0-4131-A344-2AA5E63F584B}" sibTransId="{22EEC446-9AB7-4079-842B-6313CD0A916A}"/>
    <dgm:cxn modelId="{900920CC-35E5-4E4C-A1FE-C3022CA4EA7C}" type="presOf" srcId="{AE94F7FF-B365-4CF7-8E20-A58BE6E34A06}" destId="{F560888B-DF30-4C18-8EE2-6EAC8B1D22A5}" srcOrd="0" destOrd="0" presId="urn:microsoft.com/office/officeart/2018/5/layout/IconCircleLabelList"/>
    <dgm:cxn modelId="{A4EE32DD-2776-4518-8E51-645FC98E60B3}" type="presOf" srcId="{3B2327A6-220D-4411-9440-B711DE62525D}" destId="{13BD4735-46EB-4120-8651-26107DBCB6BB}" srcOrd="0" destOrd="0" presId="urn:microsoft.com/office/officeart/2018/5/layout/IconCircleLabelList"/>
    <dgm:cxn modelId="{8D615A3E-FB55-4268-9BF7-BDF4850AB503}" type="presParOf" srcId="{F560888B-DF30-4C18-8EE2-6EAC8B1D22A5}" destId="{87BD31FC-92D4-4CEB-8F30-EABC16DFD70D}" srcOrd="0" destOrd="0" presId="urn:microsoft.com/office/officeart/2018/5/layout/IconCircleLabelList"/>
    <dgm:cxn modelId="{4163BF79-8584-4102-B139-B6E945FAED12}" type="presParOf" srcId="{87BD31FC-92D4-4CEB-8F30-EABC16DFD70D}" destId="{B48C469F-C810-4611-9FE0-41A071170B21}" srcOrd="0" destOrd="0" presId="urn:microsoft.com/office/officeart/2018/5/layout/IconCircleLabelList"/>
    <dgm:cxn modelId="{829A12E0-0543-4171-A72C-073381D45741}" type="presParOf" srcId="{87BD31FC-92D4-4CEB-8F30-EABC16DFD70D}" destId="{627F53E6-F729-4081-B4E4-772E50CE8AC7}" srcOrd="1" destOrd="0" presId="urn:microsoft.com/office/officeart/2018/5/layout/IconCircleLabelList"/>
    <dgm:cxn modelId="{B864FB8D-A81F-4CCA-9C1A-91847ABF7498}" type="presParOf" srcId="{87BD31FC-92D4-4CEB-8F30-EABC16DFD70D}" destId="{294DB91F-9304-40DA-A714-49E69BC1DBD0}" srcOrd="2" destOrd="0" presId="urn:microsoft.com/office/officeart/2018/5/layout/IconCircleLabelList"/>
    <dgm:cxn modelId="{C4E50010-F4AA-4F27-9A55-357156F6B723}" type="presParOf" srcId="{87BD31FC-92D4-4CEB-8F30-EABC16DFD70D}" destId="{13BD4735-46EB-4120-8651-26107DBCB6BB}" srcOrd="3" destOrd="0" presId="urn:microsoft.com/office/officeart/2018/5/layout/IconCircleLabelList"/>
    <dgm:cxn modelId="{44208B63-3317-4E1E-9E2E-2F2918812F3C}" type="presParOf" srcId="{F560888B-DF30-4C18-8EE2-6EAC8B1D22A5}" destId="{DD99ED5B-F589-4E8A-BF22-24F63166605A}" srcOrd="1" destOrd="0" presId="urn:microsoft.com/office/officeart/2018/5/layout/IconCircleLabelList"/>
    <dgm:cxn modelId="{2BA8CDDB-70AB-4FF9-88CF-E33FD4D10BFB}" type="presParOf" srcId="{F560888B-DF30-4C18-8EE2-6EAC8B1D22A5}" destId="{D7AE1E89-A3CD-4F7B-A993-FD3F754DC93A}" srcOrd="2" destOrd="0" presId="urn:microsoft.com/office/officeart/2018/5/layout/IconCircleLabelList"/>
    <dgm:cxn modelId="{62FD1899-6B59-4787-B23F-783788CA0FBA}" type="presParOf" srcId="{D7AE1E89-A3CD-4F7B-A993-FD3F754DC93A}" destId="{99FA7E63-A437-419E-8F91-2D562813D686}" srcOrd="0" destOrd="0" presId="urn:microsoft.com/office/officeart/2018/5/layout/IconCircleLabelList"/>
    <dgm:cxn modelId="{6BC801A9-A581-469F-8610-4547A11F7EA5}" type="presParOf" srcId="{D7AE1E89-A3CD-4F7B-A993-FD3F754DC93A}" destId="{388980D1-4A5C-4232-A847-0C8B45EB9137}" srcOrd="1" destOrd="0" presId="urn:microsoft.com/office/officeart/2018/5/layout/IconCircleLabelList"/>
    <dgm:cxn modelId="{991647A7-E5D7-44FD-8262-2BABFD83365F}" type="presParOf" srcId="{D7AE1E89-A3CD-4F7B-A993-FD3F754DC93A}" destId="{028BE329-ACFD-4DD5-BE34-B59A3FC23C53}" srcOrd="2" destOrd="0" presId="urn:microsoft.com/office/officeart/2018/5/layout/IconCircleLabelList"/>
    <dgm:cxn modelId="{1D8BDED2-BFBF-4B2B-8856-32157545513F}" type="presParOf" srcId="{D7AE1E89-A3CD-4F7B-A993-FD3F754DC93A}" destId="{E2DE8A1D-B741-49EC-93B6-33E8EAEC199C}" srcOrd="3" destOrd="0" presId="urn:microsoft.com/office/officeart/2018/5/layout/IconCircleLabelList"/>
    <dgm:cxn modelId="{B29DCBF4-A762-4891-9BCE-37D8A2ED99CE}" type="presParOf" srcId="{F560888B-DF30-4C18-8EE2-6EAC8B1D22A5}" destId="{6119F7C3-8ECF-48E1-B976-8B7E6DDEB3E2}" srcOrd="3" destOrd="0" presId="urn:microsoft.com/office/officeart/2018/5/layout/IconCircleLabelList"/>
    <dgm:cxn modelId="{41D004F1-183A-49B7-8B26-BCFE8A9E789A}" type="presParOf" srcId="{F560888B-DF30-4C18-8EE2-6EAC8B1D22A5}" destId="{935328C0-1387-4398-BCE3-423590005D59}" srcOrd="4" destOrd="0" presId="urn:microsoft.com/office/officeart/2018/5/layout/IconCircleLabelList"/>
    <dgm:cxn modelId="{077A4440-3395-4C0B-BB8B-8570227F71F3}" type="presParOf" srcId="{935328C0-1387-4398-BCE3-423590005D59}" destId="{5B2470AD-AD4B-4A07-84D9-EE3E4157B104}" srcOrd="0" destOrd="0" presId="urn:microsoft.com/office/officeart/2018/5/layout/IconCircleLabelList"/>
    <dgm:cxn modelId="{DA5D7A1E-C6D0-4C5D-ABEA-49020E774843}" type="presParOf" srcId="{935328C0-1387-4398-BCE3-423590005D59}" destId="{E60C03FB-0451-41AA-A3E8-305D3BDD84B3}" srcOrd="1" destOrd="0" presId="urn:microsoft.com/office/officeart/2018/5/layout/IconCircleLabelList"/>
    <dgm:cxn modelId="{4CBD7424-098C-46C1-AC61-AF1207D7D2BF}" type="presParOf" srcId="{935328C0-1387-4398-BCE3-423590005D59}" destId="{4AAAC80B-0A89-4D98-9DD8-2C19FF6A9E5C}" srcOrd="2" destOrd="0" presId="urn:microsoft.com/office/officeart/2018/5/layout/IconCircleLabelList"/>
    <dgm:cxn modelId="{766E14F7-1A1D-445C-B56F-FA8682FB599C}" type="presParOf" srcId="{935328C0-1387-4398-BCE3-423590005D59}" destId="{5A3860C0-7966-4146-85CD-A09F9165ABF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FC58B9-100C-487F-8C3D-88F78AF0765B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35F1C93-1D8B-4A0D-A163-84CC199656C2}">
      <dgm:prSet/>
      <dgm:spPr/>
      <dgm:t>
        <a:bodyPr/>
        <a:lstStyle/>
        <a:p>
          <a:r>
            <a:rPr lang="en-IN"/>
            <a:t>No </a:t>
          </a:r>
          <a:r>
            <a:rPr lang="en-IN" b="1"/>
            <a:t>integrated risk classification system</a:t>
          </a:r>
          <a:r>
            <a:rPr lang="en-IN"/>
            <a:t> </a:t>
          </a:r>
          <a:endParaRPr lang="en-US"/>
        </a:p>
      </dgm:t>
    </dgm:pt>
    <dgm:pt modelId="{B17D781D-87C2-4A64-ABA8-EE253325941E}" type="parTrans" cxnId="{29861D6C-AD8D-4DB2-B565-35E0D7A4F187}">
      <dgm:prSet/>
      <dgm:spPr/>
      <dgm:t>
        <a:bodyPr/>
        <a:lstStyle/>
        <a:p>
          <a:endParaRPr lang="en-US"/>
        </a:p>
      </dgm:t>
    </dgm:pt>
    <dgm:pt modelId="{67ED41FA-4310-4EDD-81F3-E91EA88878FB}" type="sibTrans" cxnId="{29861D6C-AD8D-4DB2-B565-35E0D7A4F187}">
      <dgm:prSet phldrT="01"/>
      <dgm:spPr/>
      <dgm:t>
        <a:bodyPr/>
        <a:lstStyle/>
        <a:p>
          <a:endParaRPr lang="en-US"/>
        </a:p>
      </dgm:t>
    </dgm:pt>
    <dgm:pt modelId="{ECA674FE-BE47-49D4-84D1-066F072F59D2}">
      <dgm:prSet/>
      <dgm:spPr/>
      <dgm:t>
        <a:bodyPr/>
        <a:lstStyle/>
        <a:p>
          <a:r>
            <a:rPr lang="en-IN"/>
            <a:t>Lack of </a:t>
          </a:r>
          <a:r>
            <a:rPr lang="en-IN" b="1"/>
            <a:t>localized analysis (city-specific like Kochi)</a:t>
          </a:r>
          <a:r>
            <a:rPr lang="en-IN"/>
            <a:t> </a:t>
          </a:r>
          <a:endParaRPr lang="en-US"/>
        </a:p>
      </dgm:t>
    </dgm:pt>
    <dgm:pt modelId="{A2FB5335-EFE4-4AA2-AD2C-1C76C0F01431}" type="parTrans" cxnId="{BBA5D7BE-BE2C-4794-89F3-F1E0C7CF0550}">
      <dgm:prSet/>
      <dgm:spPr/>
      <dgm:t>
        <a:bodyPr/>
        <a:lstStyle/>
        <a:p>
          <a:endParaRPr lang="en-US"/>
        </a:p>
      </dgm:t>
    </dgm:pt>
    <dgm:pt modelId="{AD668414-4E62-40BE-9B2E-29DD28434E8F}" type="sibTrans" cxnId="{BBA5D7BE-BE2C-4794-89F3-F1E0C7CF0550}">
      <dgm:prSet phldrT="02"/>
      <dgm:spPr/>
      <dgm:t>
        <a:bodyPr/>
        <a:lstStyle/>
        <a:p>
          <a:endParaRPr lang="en-US"/>
        </a:p>
      </dgm:t>
    </dgm:pt>
    <dgm:pt modelId="{596190DA-7CA6-4BCC-BBEE-F265D2C43687}">
      <dgm:prSet/>
      <dgm:spPr/>
      <dgm:t>
        <a:bodyPr/>
        <a:lstStyle/>
        <a:p>
          <a:r>
            <a:rPr lang="en-IN"/>
            <a:t>Alerts are </a:t>
          </a:r>
          <a:r>
            <a:rPr lang="en-IN" b="1"/>
            <a:t>not actionable or user-friendly</a:t>
          </a:r>
          <a:r>
            <a:rPr lang="en-IN"/>
            <a:t> </a:t>
          </a:r>
          <a:endParaRPr lang="en-US"/>
        </a:p>
      </dgm:t>
    </dgm:pt>
    <dgm:pt modelId="{C3FB71CC-7F53-49FF-9CD9-5653F3F74DB2}" type="parTrans" cxnId="{F78FD6A2-C435-46D6-8BFB-992E59577D40}">
      <dgm:prSet/>
      <dgm:spPr/>
      <dgm:t>
        <a:bodyPr/>
        <a:lstStyle/>
        <a:p>
          <a:endParaRPr lang="en-US"/>
        </a:p>
      </dgm:t>
    </dgm:pt>
    <dgm:pt modelId="{8ED797E4-3B1E-4A31-B703-973C26AB6080}" type="sibTrans" cxnId="{F78FD6A2-C435-46D6-8BFB-992E59577D40}">
      <dgm:prSet phldrT="03"/>
      <dgm:spPr/>
      <dgm:t>
        <a:bodyPr/>
        <a:lstStyle/>
        <a:p>
          <a:endParaRPr lang="en-US"/>
        </a:p>
      </dgm:t>
    </dgm:pt>
    <dgm:pt modelId="{000FF7CA-5DB7-4A02-9B7D-20B5F124BA1E}">
      <dgm:prSet/>
      <dgm:spPr/>
      <dgm:t>
        <a:bodyPr/>
        <a:lstStyle/>
        <a:p>
          <a:r>
            <a:rPr lang="en-IN"/>
            <a:t>No connection between </a:t>
          </a:r>
          <a:r>
            <a:rPr lang="en-IN" b="1"/>
            <a:t>weather data and emergency preparedness</a:t>
          </a:r>
          <a:r>
            <a:rPr lang="en-IN"/>
            <a:t> </a:t>
          </a:r>
          <a:endParaRPr lang="en-US"/>
        </a:p>
      </dgm:t>
    </dgm:pt>
    <dgm:pt modelId="{48386EB5-14EE-42BC-A87D-3497AD0D880F}" type="parTrans" cxnId="{AA7EB6E1-CD5E-42A0-AF5B-549F5852FDA2}">
      <dgm:prSet/>
      <dgm:spPr/>
      <dgm:t>
        <a:bodyPr/>
        <a:lstStyle/>
        <a:p>
          <a:endParaRPr lang="en-US"/>
        </a:p>
      </dgm:t>
    </dgm:pt>
    <dgm:pt modelId="{1543B335-2A1F-4C0D-B07E-B6ED3725B718}" type="sibTrans" cxnId="{AA7EB6E1-CD5E-42A0-AF5B-549F5852FDA2}">
      <dgm:prSet phldrT="04"/>
      <dgm:spPr/>
      <dgm:t>
        <a:bodyPr/>
        <a:lstStyle/>
        <a:p>
          <a:endParaRPr lang="en-US"/>
        </a:p>
      </dgm:t>
    </dgm:pt>
    <dgm:pt modelId="{95359CD6-B37F-418C-9476-99B008BEEA1F}">
      <dgm:prSet/>
      <dgm:spPr/>
      <dgm:t>
        <a:bodyPr/>
        <a:lstStyle/>
        <a:p>
          <a:r>
            <a:rPr lang="en-IN"/>
            <a:t>Systems are </a:t>
          </a:r>
          <a:r>
            <a:rPr lang="en-IN" b="1"/>
            <a:t>reactive rather than proactive</a:t>
          </a:r>
          <a:endParaRPr lang="en-US"/>
        </a:p>
      </dgm:t>
    </dgm:pt>
    <dgm:pt modelId="{BDB4FB2D-326F-41BD-BB82-AE295353F8C5}" type="parTrans" cxnId="{228262CB-5DFE-4392-A03C-92C61B7E0744}">
      <dgm:prSet/>
      <dgm:spPr/>
      <dgm:t>
        <a:bodyPr/>
        <a:lstStyle/>
        <a:p>
          <a:endParaRPr lang="en-US"/>
        </a:p>
      </dgm:t>
    </dgm:pt>
    <dgm:pt modelId="{759C51E5-36BD-4070-8A75-90F1BD81FD7D}" type="sibTrans" cxnId="{228262CB-5DFE-4392-A03C-92C61B7E0744}">
      <dgm:prSet phldrT="05"/>
      <dgm:spPr/>
      <dgm:t>
        <a:bodyPr/>
        <a:lstStyle/>
        <a:p>
          <a:endParaRPr lang="en-US"/>
        </a:p>
      </dgm:t>
    </dgm:pt>
    <dgm:pt modelId="{39E872CF-D689-4860-B54F-122A81F213AC}" type="pres">
      <dgm:prSet presAssocID="{99FC58B9-100C-487F-8C3D-88F78AF0765B}" presName="linear" presStyleCnt="0">
        <dgm:presLayoutVars>
          <dgm:animLvl val="lvl"/>
          <dgm:resizeHandles val="exact"/>
        </dgm:presLayoutVars>
      </dgm:prSet>
      <dgm:spPr/>
    </dgm:pt>
    <dgm:pt modelId="{2EF333C4-9FD1-4AE2-9D64-F2645AE03EBC}" type="pres">
      <dgm:prSet presAssocID="{D35F1C93-1D8B-4A0D-A163-84CC199656C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410711C-8B65-41BC-B595-5D23861ED7AC}" type="pres">
      <dgm:prSet presAssocID="{67ED41FA-4310-4EDD-81F3-E91EA88878FB}" presName="spacer" presStyleCnt="0"/>
      <dgm:spPr/>
    </dgm:pt>
    <dgm:pt modelId="{5FE2F21E-E942-4874-BE95-176B51F825B2}" type="pres">
      <dgm:prSet presAssocID="{ECA674FE-BE47-49D4-84D1-066F072F59D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8762316-B176-447C-9F43-6D3E762235C9}" type="pres">
      <dgm:prSet presAssocID="{AD668414-4E62-40BE-9B2E-29DD28434E8F}" presName="spacer" presStyleCnt="0"/>
      <dgm:spPr/>
    </dgm:pt>
    <dgm:pt modelId="{1B0D1B64-4459-43C3-A32B-892FE6FAB346}" type="pres">
      <dgm:prSet presAssocID="{596190DA-7CA6-4BCC-BBEE-F265D2C4368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5A75E05-7786-46AF-B446-BFF8FB8FAB9D}" type="pres">
      <dgm:prSet presAssocID="{8ED797E4-3B1E-4A31-B703-973C26AB6080}" presName="spacer" presStyleCnt="0"/>
      <dgm:spPr/>
    </dgm:pt>
    <dgm:pt modelId="{73AAAD1C-3409-4AB8-A1CF-06A422FCB391}" type="pres">
      <dgm:prSet presAssocID="{000FF7CA-5DB7-4A02-9B7D-20B5F124BA1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6BF4CCA-B306-449C-BFB8-77C5AD5068D2}" type="pres">
      <dgm:prSet presAssocID="{1543B335-2A1F-4C0D-B07E-B6ED3725B718}" presName="spacer" presStyleCnt="0"/>
      <dgm:spPr/>
    </dgm:pt>
    <dgm:pt modelId="{316D6FB7-1853-4427-8C17-E3D54CDD8F25}" type="pres">
      <dgm:prSet presAssocID="{95359CD6-B37F-418C-9476-99B008BEEA1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8B0C724-8F5F-4293-9676-9AA35DEB959E}" type="presOf" srcId="{ECA674FE-BE47-49D4-84D1-066F072F59D2}" destId="{5FE2F21E-E942-4874-BE95-176B51F825B2}" srcOrd="0" destOrd="0" presId="urn:microsoft.com/office/officeart/2005/8/layout/vList2"/>
    <dgm:cxn modelId="{C3B05441-4465-433F-A264-9488B3BB999C}" type="presOf" srcId="{99FC58B9-100C-487F-8C3D-88F78AF0765B}" destId="{39E872CF-D689-4860-B54F-122A81F213AC}" srcOrd="0" destOrd="0" presId="urn:microsoft.com/office/officeart/2005/8/layout/vList2"/>
    <dgm:cxn modelId="{9EF7BE63-9FE6-4E65-A325-2632BB65FF7A}" type="presOf" srcId="{000FF7CA-5DB7-4A02-9B7D-20B5F124BA1E}" destId="{73AAAD1C-3409-4AB8-A1CF-06A422FCB391}" srcOrd="0" destOrd="0" presId="urn:microsoft.com/office/officeart/2005/8/layout/vList2"/>
    <dgm:cxn modelId="{29861D6C-AD8D-4DB2-B565-35E0D7A4F187}" srcId="{99FC58B9-100C-487F-8C3D-88F78AF0765B}" destId="{D35F1C93-1D8B-4A0D-A163-84CC199656C2}" srcOrd="0" destOrd="0" parTransId="{B17D781D-87C2-4A64-ABA8-EE253325941E}" sibTransId="{67ED41FA-4310-4EDD-81F3-E91EA88878FB}"/>
    <dgm:cxn modelId="{D173B781-14BA-49FC-80F7-96EEF00454B0}" type="presOf" srcId="{95359CD6-B37F-418C-9476-99B008BEEA1F}" destId="{316D6FB7-1853-4427-8C17-E3D54CDD8F25}" srcOrd="0" destOrd="0" presId="urn:microsoft.com/office/officeart/2005/8/layout/vList2"/>
    <dgm:cxn modelId="{CA864983-E15B-45E8-B44C-307D87536438}" type="presOf" srcId="{596190DA-7CA6-4BCC-BBEE-F265D2C43687}" destId="{1B0D1B64-4459-43C3-A32B-892FE6FAB346}" srcOrd="0" destOrd="0" presId="urn:microsoft.com/office/officeart/2005/8/layout/vList2"/>
    <dgm:cxn modelId="{F78FD6A2-C435-46D6-8BFB-992E59577D40}" srcId="{99FC58B9-100C-487F-8C3D-88F78AF0765B}" destId="{596190DA-7CA6-4BCC-BBEE-F265D2C43687}" srcOrd="2" destOrd="0" parTransId="{C3FB71CC-7F53-49FF-9CD9-5653F3F74DB2}" sibTransId="{8ED797E4-3B1E-4A31-B703-973C26AB6080}"/>
    <dgm:cxn modelId="{BBA5D7BE-BE2C-4794-89F3-F1E0C7CF0550}" srcId="{99FC58B9-100C-487F-8C3D-88F78AF0765B}" destId="{ECA674FE-BE47-49D4-84D1-066F072F59D2}" srcOrd="1" destOrd="0" parTransId="{A2FB5335-EFE4-4AA2-AD2C-1C76C0F01431}" sibTransId="{AD668414-4E62-40BE-9B2E-29DD28434E8F}"/>
    <dgm:cxn modelId="{228262CB-5DFE-4392-A03C-92C61B7E0744}" srcId="{99FC58B9-100C-487F-8C3D-88F78AF0765B}" destId="{95359CD6-B37F-418C-9476-99B008BEEA1F}" srcOrd="4" destOrd="0" parTransId="{BDB4FB2D-326F-41BD-BB82-AE295353F8C5}" sibTransId="{759C51E5-36BD-4070-8A75-90F1BD81FD7D}"/>
    <dgm:cxn modelId="{CCED9CCD-CBB1-4277-896B-FB94FB59A356}" type="presOf" srcId="{D35F1C93-1D8B-4A0D-A163-84CC199656C2}" destId="{2EF333C4-9FD1-4AE2-9D64-F2645AE03EBC}" srcOrd="0" destOrd="0" presId="urn:microsoft.com/office/officeart/2005/8/layout/vList2"/>
    <dgm:cxn modelId="{AA7EB6E1-CD5E-42A0-AF5B-549F5852FDA2}" srcId="{99FC58B9-100C-487F-8C3D-88F78AF0765B}" destId="{000FF7CA-5DB7-4A02-9B7D-20B5F124BA1E}" srcOrd="3" destOrd="0" parTransId="{48386EB5-14EE-42BC-A87D-3497AD0D880F}" sibTransId="{1543B335-2A1F-4C0D-B07E-B6ED3725B718}"/>
    <dgm:cxn modelId="{F5810CB8-13BC-410E-9BD2-E321D816DD8C}" type="presParOf" srcId="{39E872CF-D689-4860-B54F-122A81F213AC}" destId="{2EF333C4-9FD1-4AE2-9D64-F2645AE03EBC}" srcOrd="0" destOrd="0" presId="urn:microsoft.com/office/officeart/2005/8/layout/vList2"/>
    <dgm:cxn modelId="{E618F25A-EEEE-44F5-9570-8550D42FBFD1}" type="presParOf" srcId="{39E872CF-D689-4860-B54F-122A81F213AC}" destId="{A410711C-8B65-41BC-B595-5D23861ED7AC}" srcOrd="1" destOrd="0" presId="urn:microsoft.com/office/officeart/2005/8/layout/vList2"/>
    <dgm:cxn modelId="{D28773FB-B971-41B9-AEC8-AB29BCD32F3B}" type="presParOf" srcId="{39E872CF-D689-4860-B54F-122A81F213AC}" destId="{5FE2F21E-E942-4874-BE95-176B51F825B2}" srcOrd="2" destOrd="0" presId="urn:microsoft.com/office/officeart/2005/8/layout/vList2"/>
    <dgm:cxn modelId="{7E409198-1ADD-41F7-A6EC-ED8911FE563F}" type="presParOf" srcId="{39E872CF-D689-4860-B54F-122A81F213AC}" destId="{78762316-B176-447C-9F43-6D3E762235C9}" srcOrd="3" destOrd="0" presId="urn:microsoft.com/office/officeart/2005/8/layout/vList2"/>
    <dgm:cxn modelId="{A1AE8277-5757-477D-AB2C-C94317B132E9}" type="presParOf" srcId="{39E872CF-D689-4860-B54F-122A81F213AC}" destId="{1B0D1B64-4459-43C3-A32B-892FE6FAB346}" srcOrd="4" destOrd="0" presId="urn:microsoft.com/office/officeart/2005/8/layout/vList2"/>
    <dgm:cxn modelId="{252D5EAA-44CC-4187-8C17-774F04121EDC}" type="presParOf" srcId="{39E872CF-D689-4860-B54F-122A81F213AC}" destId="{55A75E05-7786-46AF-B446-BFF8FB8FAB9D}" srcOrd="5" destOrd="0" presId="urn:microsoft.com/office/officeart/2005/8/layout/vList2"/>
    <dgm:cxn modelId="{EF18E2BD-01AB-469A-B025-27F0BE869332}" type="presParOf" srcId="{39E872CF-D689-4860-B54F-122A81F213AC}" destId="{73AAAD1C-3409-4AB8-A1CF-06A422FCB391}" srcOrd="6" destOrd="0" presId="urn:microsoft.com/office/officeart/2005/8/layout/vList2"/>
    <dgm:cxn modelId="{D1929705-1400-4AF2-8384-C22D9BF8C33B}" type="presParOf" srcId="{39E872CF-D689-4860-B54F-122A81F213AC}" destId="{C6BF4CCA-B306-449C-BFB8-77C5AD5068D2}" srcOrd="7" destOrd="0" presId="urn:microsoft.com/office/officeart/2005/8/layout/vList2"/>
    <dgm:cxn modelId="{3A4480B9-CC84-4C30-B2B5-0CD2F577BF62}" type="presParOf" srcId="{39E872CF-D689-4860-B54F-122A81F213AC}" destId="{316D6FB7-1853-4427-8C17-E3D54CDD8F2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317F553-7E25-4639-9BEE-983B6EA6AAB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8F704B71-3728-4A41-BB0F-D7FA9D980ED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To convert raw weather data into </a:t>
          </a:r>
          <a:r>
            <a:rPr lang="en-IN" b="1"/>
            <a:t>meaningful risk levels</a:t>
          </a:r>
          <a:endParaRPr lang="en-US"/>
        </a:p>
      </dgm:t>
    </dgm:pt>
    <dgm:pt modelId="{D38ED2AE-181A-4ABB-9B40-8FF31066FF6A}" type="parTrans" cxnId="{818CEF72-A339-4C94-8A1B-25256A17C2FD}">
      <dgm:prSet/>
      <dgm:spPr/>
      <dgm:t>
        <a:bodyPr/>
        <a:lstStyle/>
        <a:p>
          <a:endParaRPr lang="en-US"/>
        </a:p>
      </dgm:t>
    </dgm:pt>
    <dgm:pt modelId="{AE9ADBD9-0750-4054-8751-004B1A4B9C49}" type="sibTrans" cxnId="{818CEF72-A339-4C94-8A1B-25256A17C2F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2BFB27F-9429-4223-A24E-AAA94E8C4A2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To provide </a:t>
          </a:r>
          <a:r>
            <a:rPr lang="en-IN" b="1"/>
            <a:t>early warnings with actionable insights</a:t>
          </a:r>
          <a:r>
            <a:rPr lang="en-IN"/>
            <a:t> </a:t>
          </a:r>
          <a:endParaRPr lang="en-US"/>
        </a:p>
      </dgm:t>
    </dgm:pt>
    <dgm:pt modelId="{B8144769-4761-4970-9A2C-1FCB06F31E1A}" type="parTrans" cxnId="{2232DCDA-2266-43E3-B193-6F72B8A3F985}">
      <dgm:prSet/>
      <dgm:spPr/>
      <dgm:t>
        <a:bodyPr/>
        <a:lstStyle/>
        <a:p>
          <a:endParaRPr lang="en-US"/>
        </a:p>
      </dgm:t>
    </dgm:pt>
    <dgm:pt modelId="{E760B733-8392-418A-918F-C63782605A5E}" type="sibTrans" cxnId="{2232DCDA-2266-43E3-B193-6F72B8A3F98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974F2E7-8E3F-418E-BC8D-55923E4A5A6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To integrate </a:t>
          </a:r>
          <a:r>
            <a:rPr lang="en-IN" b="1"/>
            <a:t>risk analysis + alerts + preparedness</a:t>
          </a:r>
          <a:endParaRPr lang="en-US"/>
        </a:p>
      </dgm:t>
    </dgm:pt>
    <dgm:pt modelId="{38C9E099-1F3E-421A-8212-58ADD5EA38A9}" type="parTrans" cxnId="{E93432AA-6B74-46D2-B9F5-6469997EEC73}">
      <dgm:prSet/>
      <dgm:spPr/>
      <dgm:t>
        <a:bodyPr/>
        <a:lstStyle/>
        <a:p>
          <a:endParaRPr lang="en-US"/>
        </a:p>
      </dgm:t>
    </dgm:pt>
    <dgm:pt modelId="{4A107627-7EFF-4093-9700-986D7C35E3C0}" type="sibTrans" cxnId="{E93432AA-6B74-46D2-B9F5-6469997EEC7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AD80485-C984-42A2-B963-17D3642C243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To improve </a:t>
          </a:r>
          <a:r>
            <a:rPr lang="en-IN" b="1"/>
            <a:t>public awareness and safety</a:t>
          </a:r>
          <a:endParaRPr lang="en-US"/>
        </a:p>
      </dgm:t>
    </dgm:pt>
    <dgm:pt modelId="{99354739-4773-4C3B-A306-404EAAD656D7}" type="parTrans" cxnId="{ED631899-8ABC-4DE2-8183-4B3F539FC85C}">
      <dgm:prSet/>
      <dgm:spPr/>
      <dgm:t>
        <a:bodyPr/>
        <a:lstStyle/>
        <a:p>
          <a:endParaRPr lang="en-US"/>
        </a:p>
      </dgm:t>
    </dgm:pt>
    <dgm:pt modelId="{52F80190-575A-49F4-8067-F43E74049375}" type="sibTrans" cxnId="{ED631899-8ABC-4DE2-8183-4B3F539FC85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6A3DABE-0C27-4B64-B4DE-AE5E002C52C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To support </a:t>
          </a:r>
          <a:r>
            <a:rPr lang="en-IN" b="1"/>
            <a:t>decision-making during extreme weather events</a:t>
          </a:r>
          <a:endParaRPr lang="en-US"/>
        </a:p>
      </dgm:t>
    </dgm:pt>
    <dgm:pt modelId="{35E49BCB-B8EC-4FB7-AD2B-82E6B29723FB}" type="parTrans" cxnId="{9224B622-C110-40B8-9CA6-9FAB3FF049DF}">
      <dgm:prSet/>
      <dgm:spPr/>
      <dgm:t>
        <a:bodyPr/>
        <a:lstStyle/>
        <a:p>
          <a:endParaRPr lang="en-US"/>
        </a:p>
      </dgm:t>
    </dgm:pt>
    <dgm:pt modelId="{309B63C2-4DA3-4A02-B00E-4C194A025132}" type="sibTrans" cxnId="{9224B622-C110-40B8-9CA6-9FAB3FF049DF}">
      <dgm:prSet/>
      <dgm:spPr/>
      <dgm:t>
        <a:bodyPr/>
        <a:lstStyle/>
        <a:p>
          <a:endParaRPr lang="en-US"/>
        </a:p>
      </dgm:t>
    </dgm:pt>
    <dgm:pt modelId="{0F74FFB7-74B7-4088-9F19-CBEF833315AB}" type="pres">
      <dgm:prSet presAssocID="{8317F553-7E25-4639-9BEE-983B6EA6AAB7}" presName="root" presStyleCnt="0">
        <dgm:presLayoutVars>
          <dgm:dir/>
          <dgm:resizeHandles val="exact"/>
        </dgm:presLayoutVars>
      </dgm:prSet>
      <dgm:spPr/>
    </dgm:pt>
    <dgm:pt modelId="{AC263E7C-067F-4288-AB9A-8548DDCC5C64}" type="pres">
      <dgm:prSet presAssocID="{8317F553-7E25-4639-9BEE-983B6EA6AAB7}" presName="container" presStyleCnt="0">
        <dgm:presLayoutVars>
          <dgm:dir/>
          <dgm:resizeHandles val="exact"/>
        </dgm:presLayoutVars>
      </dgm:prSet>
      <dgm:spPr/>
    </dgm:pt>
    <dgm:pt modelId="{B6BC9A22-2849-47B8-B0B1-7360A757A21A}" type="pres">
      <dgm:prSet presAssocID="{8F704B71-3728-4A41-BB0F-D7FA9D980ED7}" presName="compNode" presStyleCnt="0"/>
      <dgm:spPr/>
    </dgm:pt>
    <dgm:pt modelId="{FBA47F48-8BBD-499C-A5DC-104F5DD6D636}" type="pres">
      <dgm:prSet presAssocID="{8F704B71-3728-4A41-BB0F-D7FA9D980ED7}" presName="iconBgRect" presStyleLbl="bgShp" presStyleIdx="0" presStyleCnt="5"/>
      <dgm:spPr/>
    </dgm:pt>
    <dgm:pt modelId="{0ECE55FA-6695-4B0C-9104-9D6D49CF3370}" type="pres">
      <dgm:prSet presAssocID="{8F704B71-3728-4A41-BB0F-D7FA9D980ED7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C973DB0A-C9B2-47AE-AAC5-450A5666AE08}" type="pres">
      <dgm:prSet presAssocID="{8F704B71-3728-4A41-BB0F-D7FA9D980ED7}" presName="spaceRect" presStyleCnt="0"/>
      <dgm:spPr/>
    </dgm:pt>
    <dgm:pt modelId="{B2DB3F0B-52DF-430A-BE5B-081A150F0E5A}" type="pres">
      <dgm:prSet presAssocID="{8F704B71-3728-4A41-BB0F-D7FA9D980ED7}" presName="textRect" presStyleLbl="revTx" presStyleIdx="0" presStyleCnt="5">
        <dgm:presLayoutVars>
          <dgm:chMax val="1"/>
          <dgm:chPref val="1"/>
        </dgm:presLayoutVars>
      </dgm:prSet>
      <dgm:spPr/>
    </dgm:pt>
    <dgm:pt modelId="{105729C6-8381-46A8-AD09-087CF1023319}" type="pres">
      <dgm:prSet presAssocID="{AE9ADBD9-0750-4054-8751-004B1A4B9C49}" presName="sibTrans" presStyleLbl="sibTrans2D1" presStyleIdx="0" presStyleCnt="0"/>
      <dgm:spPr/>
    </dgm:pt>
    <dgm:pt modelId="{0ECCA9C1-F667-4319-8934-810BAB24AEDD}" type="pres">
      <dgm:prSet presAssocID="{C2BFB27F-9429-4223-A24E-AAA94E8C4A29}" presName="compNode" presStyleCnt="0"/>
      <dgm:spPr/>
    </dgm:pt>
    <dgm:pt modelId="{29B07332-61E0-46ED-83D5-DF60038FD814}" type="pres">
      <dgm:prSet presAssocID="{C2BFB27F-9429-4223-A24E-AAA94E8C4A29}" presName="iconBgRect" presStyleLbl="bgShp" presStyleIdx="1" presStyleCnt="5"/>
      <dgm:spPr/>
    </dgm:pt>
    <dgm:pt modelId="{D4C61F4C-F089-4C40-A920-524E047D3340}" type="pres">
      <dgm:prSet presAssocID="{C2BFB27F-9429-4223-A24E-AAA94E8C4A29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AB812F99-E8BE-4A6D-93F9-851E5528FB2C}" type="pres">
      <dgm:prSet presAssocID="{C2BFB27F-9429-4223-A24E-AAA94E8C4A29}" presName="spaceRect" presStyleCnt="0"/>
      <dgm:spPr/>
    </dgm:pt>
    <dgm:pt modelId="{69D1C2CF-432E-4C89-B863-5FFE1C95A523}" type="pres">
      <dgm:prSet presAssocID="{C2BFB27F-9429-4223-A24E-AAA94E8C4A29}" presName="textRect" presStyleLbl="revTx" presStyleIdx="1" presStyleCnt="5">
        <dgm:presLayoutVars>
          <dgm:chMax val="1"/>
          <dgm:chPref val="1"/>
        </dgm:presLayoutVars>
      </dgm:prSet>
      <dgm:spPr/>
    </dgm:pt>
    <dgm:pt modelId="{C57C8612-8B64-4BAC-9587-C17F88290A98}" type="pres">
      <dgm:prSet presAssocID="{E760B733-8392-418A-918F-C63782605A5E}" presName="sibTrans" presStyleLbl="sibTrans2D1" presStyleIdx="0" presStyleCnt="0"/>
      <dgm:spPr/>
    </dgm:pt>
    <dgm:pt modelId="{BD3FEE92-2ADA-4502-9FC6-A3AF5BFE6AE9}" type="pres">
      <dgm:prSet presAssocID="{3974F2E7-8E3F-418E-BC8D-55923E4A5A6F}" presName="compNode" presStyleCnt="0"/>
      <dgm:spPr/>
    </dgm:pt>
    <dgm:pt modelId="{0E56B5BC-C462-4442-86F6-F1D8D875D912}" type="pres">
      <dgm:prSet presAssocID="{3974F2E7-8E3F-418E-BC8D-55923E4A5A6F}" presName="iconBgRect" presStyleLbl="bgShp" presStyleIdx="2" presStyleCnt="5"/>
      <dgm:spPr/>
    </dgm:pt>
    <dgm:pt modelId="{13DE6271-25FF-42E7-97A5-4925C8341F41}" type="pres">
      <dgm:prSet presAssocID="{3974F2E7-8E3F-418E-BC8D-55923E4A5A6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D99CD58-6B4A-451B-A848-DB6559C8626A}" type="pres">
      <dgm:prSet presAssocID="{3974F2E7-8E3F-418E-BC8D-55923E4A5A6F}" presName="spaceRect" presStyleCnt="0"/>
      <dgm:spPr/>
    </dgm:pt>
    <dgm:pt modelId="{0953C1AF-2C27-42C6-B1EF-824FACE460CD}" type="pres">
      <dgm:prSet presAssocID="{3974F2E7-8E3F-418E-BC8D-55923E4A5A6F}" presName="textRect" presStyleLbl="revTx" presStyleIdx="2" presStyleCnt="5">
        <dgm:presLayoutVars>
          <dgm:chMax val="1"/>
          <dgm:chPref val="1"/>
        </dgm:presLayoutVars>
      </dgm:prSet>
      <dgm:spPr/>
    </dgm:pt>
    <dgm:pt modelId="{A35AC219-F347-45F7-B324-88A316B6DC56}" type="pres">
      <dgm:prSet presAssocID="{4A107627-7EFF-4093-9700-986D7C35E3C0}" presName="sibTrans" presStyleLbl="sibTrans2D1" presStyleIdx="0" presStyleCnt="0"/>
      <dgm:spPr/>
    </dgm:pt>
    <dgm:pt modelId="{2A6E6B07-7C66-4523-879B-88E3A61188DF}" type="pres">
      <dgm:prSet presAssocID="{5AD80485-C984-42A2-B963-17D3642C2430}" presName="compNode" presStyleCnt="0"/>
      <dgm:spPr/>
    </dgm:pt>
    <dgm:pt modelId="{0CD34FB5-E670-4DC5-8F92-683E76DEDE15}" type="pres">
      <dgm:prSet presAssocID="{5AD80485-C984-42A2-B963-17D3642C2430}" presName="iconBgRect" presStyleLbl="bgShp" presStyleIdx="3" presStyleCnt="5"/>
      <dgm:spPr/>
    </dgm:pt>
    <dgm:pt modelId="{26B17E10-E4A7-48B3-BE40-7A5D8279B77C}" type="pres">
      <dgm:prSet presAssocID="{5AD80485-C984-42A2-B963-17D3642C243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3391C413-D81F-46BA-9D1D-857C4B65108D}" type="pres">
      <dgm:prSet presAssocID="{5AD80485-C984-42A2-B963-17D3642C2430}" presName="spaceRect" presStyleCnt="0"/>
      <dgm:spPr/>
    </dgm:pt>
    <dgm:pt modelId="{C665A84F-3A29-4744-B6AF-1756100AF1EF}" type="pres">
      <dgm:prSet presAssocID="{5AD80485-C984-42A2-B963-17D3642C2430}" presName="textRect" presStyleLbl="revTx" presStyleIdx="3" presStyleCnt="5">
        <dgm:presLayoutVars>
          <dgm:chMax val="1"/>
          <dgm:chPref val="1"/>
        </dgm:presLayoutVars>
      </dgm:prSet>
      <dgm:spPr/>
    </dgm:pt>
    <dgm:pt modelId="{0EC7F052-1092-4517-8339-C7D641A03462}" type="pres">
      <dgm:prSet presAssocID="{52F80190-575A-49F4-8067-F43E74049375}" presName="sibTrans" presStyleLbl="sibTrans2D1" presStyleIdx="0" presStyleCnt="0"/>
      <dgm:spPr/>
    </dgm:pt>
    <dgm:pt modelId="{3A6F8830-B853-4434-95F2-425340F28200}" type="pres">
      <dgm:prSet presAssocID="{06A3DABE-0C27-4B64-B4DE-AE5E002C52C4}" presName="compNode" presStyleCnt="0"/>
      <dgm:spPr/>
    </dgm:pt>
    <dgm:pt modelId="{3BB6ECC7-3155-4D6A-817B-D7B040E28339}" type="pres">
      <dgm:prSet presAssocID="{06A3DABE-0C27-4B64-B4DE-AE5E002C52C4}" presName="iconBgRect" presStyleLbl="bgShp" presStyleIdx="4" presStyleCnt="5"/>
      <dgm:spPr/>
    </dgm:pt>
    <dgm:pt modelId="{E9A87247-3605-4E5A-860B-0CD858BFAEFC}" type="pres">
      <dgm:prSet presAssocID="{06A3DABE-0C27-4B64-B4DE-AE5E002C52C4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E0568653-D182-4134-8D66-A5EEC0B57AAF}" type="pres">
      <dgm:prSet presAssocID="{06A3DABE-0C27-4B64-B4DE-AE5E002C52C4}" presName="spaceRect" presStyleCnt="0"/>
      <dgm:spPr/>
    </dgm:pt>
    <dgm:pt modelId="{A70114B9-DE07-4B5B-9544-08FF0A22A3D4}" type="pres">
      <dgm:prSet presAssocID="{06A3DABE-0C27-4B64-B4DE-AE5E002C52C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57D7503-06C1-41E6-845D-18D075ACB194}" type="presOf" srcId="{5AD80485-C984-42A2-B963-17D3642C2430}" destId="{C665A84F-3A29-4744-B6AF-1756100AF1EF}" srcOrd="0" destOrd="0" presId="urn:microsoft.com/office/officeart/2018/2/layout/IconCircleList"/>
    <dgm:cxn modelId="{49534504-306E-48A1-84F1-0FEC567C8CBE}" type="presOf" srcId="{8F704B71-3728-4A41-BB0F-D7FA9D980ED7}" destId="{B2DB3F0B-52DF-430A-BE5B-081A150F0E5A}" srcOrd="0" destOrd="0" presId="urn:microsoft.com/office/officeart/2018/2/layout/IconCircleList"/>
    <dgm:cxn modelId="{7D340A1F-07F8-40D3-800F-1CEE9734F356}" type="presOf" srcId="{06A3DABE-0C27-4B64-B4DE-AE5E002C52C4}" destId="{A70114B9-DE07-4B5B-9544-08FF0A22A3D4}" srcOrd="0" destOrd="0" presId="urn:microsoft.com/office/officeart/2018/2/layout/IconCircleList"/>
    <dgm:cxn modelId="{9224B622-C110-40B8-9CA6-9FAB3FF049DF}" srcId="{8317F553-7E25-4639-9BEE-983B6EA6AAB7}" destId="{06A3DABE-0C27-4B64-B4DE-AE5E002C52C4}" srcOrd="4" destOrd="0" parTransId="{35E49BCB-B8EC-4FB7-AD2B-82E6B29723FB}" sibTransId="{309B63C2-4DA3-4A02-B00E-4C194A025132}"/>
    <dgm:cxn modelId="{B8EFEB2E-81F0-41CB-891C-5FC01F063DDA}" type="presOf" srcId="{AE9ADBD9-0750-4054-8751-004B1A4B9C49}" destId="{105729C6-8381-46A8-AD09-087CF1023319}" srcOrd="0" destOrd="0" presId="urn:microsoft.com/office/officeart/2018/2/layout/IconCircleList"/>
    <dgm:cxn modelId="{818CEF72-A339-4C94-8A1B-25256A17C2FD}" srcId="{8317F553-7E25-4639-9BEE-983B6EA6AAB7}" destId="{8F704B71-3728-4A41-BB0F-D7FA9D980ED7}" srcOrd="0" destOrd="0" parTransId="{D38ED2AE-181A-4ABB-9B40-8FF31066FF6A}" sibTransId="{AE9ADBD9-0750-4054-8751-004B1A4B9C49}"/>
    <dgm:cxn modelId="{0B4E867A-E28D-4179-8B85-F1E0410E2075}" type="presOf" srcId="{52F80190-575A-49F4-8067-F43E74049375}" destId="{0EC7F052-1092-4517-8339-C7D641A03462}" srcOrd="0" destOrd="0" presId="urn:microsoft.com/office/officeart/2018/2/layout/IconCircleList"/>
    <dgm:cxn modelId="{7197B57A-D180-4789-B99B-70171AFC98DD}" type="presOf" srcId="{3974F2E7-8E3F-418E-BC8D-55923E4A5A6F}" destId="{0953C1AF-2C27-42C6-B1EF-824FACE460CD}" srcOrd="0" destOrd="0" presId="urn:microsoft.com/office/officeart/2018/2/layout/IconCircleList"/>
    <dgm:cxn modelId="{CD1D387D-CDBD-4C4F-BB69-C82854E89A1B}" type="presOf" srcId="{C2BFB27F-9429-4223-A24E-AAA94E8C4A29}" destId="{69D1C2CF-432E-4C89-B863-5FFE1C95A523}" srcOrd="0" destOrd="0" presId="urn:microsoft.com/office/officeart/2018/2/layout/IconCircleList"/>
    <dgm:cxn modelId="{ED631899-8ABC-4DE2-8183-4B3F539FC85C}" srcId="{8317F553-7E25-4639-9BEE-983B6EA6AAB7}" destId="{5AD80485-C984-42A2-B963-17D3642C2430}" srcOrd="3" destOrd="0" parTransId="{99354739-4773-4C3B-A306-404EAAD656D7}" sibTransId="{52F80190-575A-49F4-8067-F43E74049375}"/>
    <dgm:cxn modelId="{E93432AA-6B74-46D2-B9F5-6469997EEC73}" srcId="{8317F553-7E25-4639-9BEE-983B6EA6AAB7}" destId="{3974F2E7-8E3F-418E-BC8D-55923E4A5A6F}" srcOrd="2" destOrd="0" parTransId="{38C9E099-1F3E-421A-8212-58ADD5EA38A9}" sibTransId="{4A107627-7EFF-4093-9700-986D7C35E3C0}"/>
    <dgm:cxn modelId="{8FE164D4-8D31-490D-8C35-0D36E7221497}" type="presOf" srcId="{4A107627-7EFF-4093-9700-986D7C35E3C0}" destId="{A35AC219-F347-45F7-B324-88A316B6DC56}" srcOrd="0" destOrd="0" presId="urn:microsoft.com/office/officeart/2018/2/layout/IconCircleList"/>
    <dgm:cxn modelId="{2232DCDA-2266-43E3-B193-6F72B8A3F985}" srcId="{8317F553-7E25-4639-9BEE-983B6EA6AAB7}" destId="{C2BFB27F-9429-4223-A24E-AAA94E8C4A29}" srcOrd="1" destOrd="0" parTransId="{B8144769-4761-4970-9A2C-1FCB06F31E1A}" sibTransId="{E760B733-8392-418A-918F-C63782605A5E}"/>
    <dgm:cxn modelId="{579E4ADC-CBEC-4FA0-B09E-FFF132A1AFDF}" type="presOf" srcId="{E760B733-8392-418A-918F-C63782605A5E}" destId="{C57C8612-8B64-4BAC-9587-C17F88290A98}" srcOrd="0" destOrd="0" presId="urn:microsoft.com/office/officeart/2018/2/layout/IconCircleList"/>
    <dgm:cxn modelId="{B2FFDAFC-4F8B-4D0F-B3E7-6E4F91766C87}" type="presOf" srcId="{8317F553-7E25-4639-9BEE-983B6EA6AAB7}" destId="{0F74FFB7-74B7-4088-9F19-CBEF833315AB}" srcOrd="0" destOrd="0" presId="urn:microsoft.com/office/officeart/2018/2/layout/IconCircleList"/>
    <dgm:cxn modelId="{CFED5A07-AC37-40F2-8AF2-39E813442927}" type="presParOf" srcId="{0F74FFB7-74B7-4088-9F19-CBEF833315AB}" destId="{AC263E7C-067F-4288-AB9A-8548DDCC5C64}" srcOrd="0" destOrd="0" presId="urn:microsoft.com/office/officeart/2018/2/layout/IconCircleList"/>
    <dgm:cxn modelId="{05240144-7919-4826-AEE3-A477B7172767}" type="presParOf" srcId="{AC263E7C-067F-4288-AB9A-8548DDCC5C64}" destId="{B6BC9A22-2849-47B8-B0B1-7360A757A21A}" srcOrd="0" destOrd="0" presId="urn:microsoft.com/office/officeart/2018/2/layout/IconCircleList"/>
    <dgm:cxn modelId="{3B349341-2F88-487B-B12B-ACB11A0553FF}" type="presParOf" srcId="{B6BC9A22-2849-47B8-B0B1-7360A757A21A}" destId="{FBA47F48-8BBD-499C-A5DC-104F5DD6D636}" srcOrd="0" destOrd="0" presId="urn:microsoft.com/office/officeart/2018/2/layout/IconCircleList"/>
    <dgm:cxn modelId="{5B2F5205-6D0D-4C87-88FC-7B9090C0E3B4}" type="presParOf" srcId="{B6BC9A22-2849-47B8-B0B1-7360A757A21A}" destId="{0ECE55FA-6695-4B0C-9104-9D6D49CF3370}" srcOrd="1" destOrd="0" presId="urn:microsoft.com/office/officeart/2018/2/layout/IconCircleList"/>
    <dgm:cxn modelId="{BA741F5F-6649-41D2-919C-C0B7743F5B45}" type="presParOf" srcId="{B6BC9A22-2849-47B8-B0B1-7360A757A21A}" destId="{C973DB0A-C9B2-47AE-AAC5-450A5666AE08}" srcOrd="2" destOrd="0" presId="urn:microsoft.com/office/officeart/2018/2/layout/IconCircleList"/>
    <dgm:cxn modelId="{3B1E7E68-DFEC-42FA-B003-60201EDC50E0}" type="presParOf" srcId="{B6BC9A22-2849-47B8-B0B1-7360A757A21A}" destId="{B2DB3F0B-52DF-430A-BE5B-081A150F0E5A}" srcOrd="3" destOrd="0" presId="urn:microsoft.com/office/officeart/2018/2/layout/IconCircleList"/>
    <dgm:cxn modelId="{6E951802-5519-45DA-88DF-3F85BF4D5592}" type="presParOf" srcId="{AC263E7C-067F-4288-AB9A-8548DDCC5C64}" destId="{105729C6-8381-46A8-AD09-087CF1023319}" srcOrd="1" destOrd="0" presId="urn:microsoft.com/office/officeart/2018/2/layout/IconCircleList"/>
    <dgm:cxn modelId="{C625181B-F0E2-4E5C-A27E-B5B55F97AD4A}" type="presParOf" srcId="{AC263E7C-067F-4288-AB9A-8548DDCC5C64}" destId="{0ECCA9C1-F667-4319-8934-810BAB24AEDD}" srcOrd="2" destOrd="0" presId="urn:microsoft.com/office/officeart/2018/2/layout/IconCircleList"/>
    <dgm:cxn modelId="{C1483E1F-6994-4DB5-A3CE-1ADD81ABB7A9}" type="presParOf" srcId="{0ECCA9C1-F667-4319-8934-810BAB24AEDD}" destId="{29B07332-61E0-46ED-83D5-DF60038FD814}" srcOrd="0" destOrd="0" presId="urn:microsoft.com/office/officeart/2018/2/layout/IconCircleList"/>
    <dgm:cxn modelId="{B8E63401-780C-4263-8CAD-180BB742F7AC}" type="presParOf" srcId="{0ECCA9C1-F667-4319-8934-810BAB24AEDD}" destId="{D4C61F4C-F089-4C40-A920-524E047D3340}" srcOrd="1" destOrd="0" presId="urn:microsoft.com/office/officeart/2018/2/layout/IconCircleList"/>
    <dgm:cxn modelId="{8B1DE1C0-E63F-49FB-A32A-D7224A88EEE7}" type="presParOf" srcId="{0ECCA9C1-F667-4319-8934-810BAB24AEDD}" destId="{AB812F99-E8BE-4A6D-93F9-851E5528FB2C}" srcOrd="2" destOrd="0" presId="urn:microsoft.com/office/officeart/2018/2/layout/IconCircleList"/>
    <dgm:cxn modelId="{7211A0EF-E75C-489F-9BFF-E5020F29E06F}" type="presParOf" srcId="{0ECCA9C1-F667-4319-8934-810BAB24AEDD}" destId="{69D1C2CF-432E-4C89-B863-5FFE1C95A523}" srcOrd="3" destOrd="0" presId="urn:microsoft.com/office/officeart/2018/2/layout/IconCircleList"/>
    <dgm:cxn modelId="{8C2A9461-F225-465C-8F1C-BCE4384DD449}" type="presParOf" srcId="{AC263E7C-067F-4288-AB9A-8548DDCC5C64}" destId="{C57C8612-8B64-4BAC-9587-C17F88290A98}" srcOrd="3" destOrd="0" presId="urn:microsoft.com/office/officeart/2018/2/layout/IconCircleList"/>
    <dgm:cxn modelId="{4F4200E1-63E3-4FE4-8655-CDFB04CF1605}" type="presParOf" srcId="{AC263E7C-067F-4288-AB9A-8548DDCC5C64}" destId="{BD3FEE92-2ADA-4502-9FC6-A3AF5BFE6AE9}" srcOrd="4" destOrd="0" presId="urn:microsoft.com/office/officeart/2018/2/layout/IconCircleList"/>
    <dgm:cxn modelId="{EAC1D7BF-BF37-454C-9890-159C37C63FF6}" type="presParOf" srcId="{BD3FEE92-2ADA-4502-9FC6-A3AF5BFE6AE9}" destId="{0E56B5BC-C462-4442-86F6-F1D8D875D912}" srcOrd="0" destOrd="0" presId="urn:microsoft.com/office/officeart/2018/2/layout/IconCircleList"/>
    <dgm:cxn modelId="{78115EA0-9204-4445-B8C4-A1868D08E206}" type="presParOf" srcId="{BD3FEE92-2ADA-4502-9FC6-A3AF5BFE6AE9}" destId="{13DE6271-25FF-42E7-97A5-4925C8341F41}" srcOrd="1" destOrd="0" presId="urn:microsoft.com/office/officeart/2018/2/layout/IconCircleList"/>
    <dgm:cxn modelId="{CF205A48-8609-420D-BE9C-4305E2392367}" type="presParOf" srcId="{BD3FEE92-2ADA-4502-9FC6-A3AF5BFE6AE9}" destId="{8D99CD58-6B4A-451B-A848-DB6559C8626A}" srcOrd="2" destOrd="0" presId="urn:microsoft.com/office/officeart/2018/2/layout/IconCircleList"/>
    <dgm:cxn modelId="{A8050505-1EF3-4C00-8111-085D976F2728}" type="presParOf" srcId="{BD3FEE92-2ADA-4502-9FC6-A3AF5BFE6AE9}" destId="{0953C1AF-2C27-42C6-B1EF-824FACE460CD}" srcOrd="3" destOrd="0" presId="urn:microsoft.com/office/officeart/2018/2/layout/IconCircleList"/>
    <dgm:cxn modelId="{93EAB8DC-1001-4A89-868F-F00D215FAD28}" type="presParOf" srcId="{AC263E7C-067F-4288-AB9A-8548DDCC5C64}" destId="{A35AC219-F347-45F7-B324-88A316B6DC56}" srcOrd="5" destOrd="0" presId="urn:microsoft.com/office/officeart/2018/2/layout/IconCircleList"/>
    <dgm:cxn modelId="{4E8F5812-843B-461C-849E-509F961C9295}" type="presParOf" srcId="{AC263E7C-067F-4288-AB9A-8548DDCC5C64}" destId="{2A6E6B07-7C66-4523-879B-88E3A61188DF}" srcOrd="6" destOrd="0" presId="urn:microsoft.com/office/officeart/2018/2/layout/IconCircleList"/>
    <dgm:cxn modelId="{8327C887-FB38-417F-81A7-24F0C48BCF51}" type="presParOf" srcId="{2A6E6B07-7C66-4523-879B-88E3A61188DF}" destId="{0CD34FB5-E670-4DC5-8F92-683E76DEDE15}" srcOrd="0" destOrd="0" presId="urn:microsoft.com/office/officeart/2018/2/layout/IconCircleList"/>
    <dgm:cxn modelId="{9A41F8F4-87BB-42F6-BBC5-657178942643}" type="presParOf" srcId="{2A6E6B07-7C66-4523-879B-88E3A61188DF}" destId="{26B17E10-E4A7-48B3-BE40-7A5D8279B77C}" srcOrd="1" destOrd="0" presId="urn:microsoft.com/office/officeart/2018/2/layout/IconCircleList"/>
    <dgm:cxn modelId="{08F80C25-B59A-4D58-82E2-7935DF7AE250}" type="presParOf" srcId="{2A6E6B07-7C66-4523-879B-88E3A61188DF}" destId="{3391C413-D81F-46BA-9D1D-857C4B65108D}" srcOrd="2" destOrd="0" presId="urn:microsoft.com/office/officeart/2018/2/layout/IconCircleList"/>
    <dgm:cxn modelId="{98B419FF-F85C-4EFA-8A4A-C86DF2337373}" type="presParOf" srcId="{2A6E6B07-7C66-4523-879B-88E3A61188DF}" destId="{C665A84F-3A29-4744-B6AF-1756100AF1EF}" srcOrd="3" destOrd="0" presId="urn:microsoft.com/office/officeart/2018/2/layout/IconCircleList"/>
    <dgm:cxn modelId="{779C31EA-1565-423F-960A-279AD8A3D2D4}" type="presParOf" srcId="{AC263E7C-067F-4288-AB9A-8548DDCC5C64}" destId="{0EC7F052-1092-4517-8339-C7D641A03462}" srcOrd="7" destOrd="0" presId="urn:microsoft.com/office/officeart/2018/2/layout/IconCircleList"/>
    <dgm:cxn modelId="{C000AB52-BDFD-43B5-9865-5D667976F3A2}" type="presParOf" srcId="{AC263E7C-067F-4288-AB9A-8548DDCC5C64}" destId="{3A6F8830-B853-4434-95F2-425340F28200}" srcOrd="8" destOrd="0" presId="urn:microsoft.com/office/officeart/2018/2/layout/IconCircleList"/>
    <dgm:cxn modelId="{C2026EC6-B080-4A79-8EAC-3EF63A517C26}" type="presParOf" srcId="{3A6F8830-B853-4434-95F2-425340F28200}" destId="{3BB6ECC7-3155-4D6A-817B-D7B040E28339}" srcOrd="0" destOrd="0" presId="urn:microsoft.com/office/officeart/2018/2/layout/IconCircleList"/>
    <dgm:cxn modelId="{FB0DD035-0BD8-4CAF-8FCC-EA67AF249F89}" type="presParOf" srcId="{3A6F8830-B853-4434-95F2-425340F28200}" destId="{E9A87247-3605-4E5A-860B-0CD858BFAEFC}" srcOrd="1" destOrd="0" presId="urn:microsoft.com/office/officeart/2018/2/layout/IconCircleList"/>
    <dgm:cxn modelId="{EBBB92F7-F2BC-4D3F-895D-323B60EA9A0B}" type="presParOf" srcId="{3A6F8830-B853-4434-95F2-425340F28200}" destId="{E0568653-D182-4134-8D66-A5EEC0B57AAF}" srcOrd="2" destOrd="0" presId="urn:microsoft.com/office/officeart/2018/2/layout/IconCircleList"/>
    <dgm:cxn modelId="{CE159F97-1BE2-43DB-B92E-327AA4CF3ABE}" type="presParOf" srcId="{3A6F8830-B853-4434-95F2-425340F28200}" destId="{A70114B9-DE07-4B5B-9544-08FF0A22A3D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1DFDA5F-BBC6-435D-8391-C2787C8369E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5CD4FE8-044E-4E84-9467-FD36EBA5778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Develop a system to analyze weather data and classify risk levels </a:t>
          </a:r>
          <a:endParaRPr lang="en-US"/>
        </a:p>
      </dgm:t>
    </dgm:pt>
    <dgm:pt modelId="{25DB5BCA-7255-4388-B9B6-E67EBB4B869B}" type="parTrans" cxnId="{82C0D2B8-810E-4628-AA7E-FFF9E7CCA85E}">
      <dgm:prSet/>
      <dgm:spPr/>
      <dgm:t>
        <a:bodyPr/>
        <a:lstStyle/>
        <a:p>
          <a:endParaRPr lang="en-US"/>
        </a:p>
      </dgm:t>
    </dgm:pt>
    <dgm:pt modelId="{98CE58D1-3ACC-4A17-A702-8FCBDD069D73}" type="sibTrans" cxnId="{82C0D2B8-810E-4628-AA7E-FFF9E7CCA85E}">
      <dgm:prSet phldrT="1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FA7DDA2-4D14-4FFF-9FCA-B115F28BD1E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Provide real-time alerts based on risk conditions </a:t>
          </a:r>
          <a:endParaRPr lang="en-US"/>
        </a:p>
      </dgm:t>
    </dgm:pt>
    <dgm:pt modelId="{0A1FBD75-CC24-4DD5-811A-A06D3FB4A5C9}" type="parTrans" cxnId="{2DEDF9CD-742D-4FD4-9F03-5D2678EEA9B4}">
      <dgm:prSet/>
      <dgm:spPr/>
      <dgm:t>
        <a:bodyPr/>
        <a:lstStyle/>
        <a:p>
          <a:endParaRPr lang="en-US"/>
        </a:p>
      </dgm:t>
    </dgm:pt>
    <dgm:pt modelId="{FB1F9A10-116E-4135-8E4E-175B638DD123}" type="sibTrans" cxnId="{2DEDF9CD-742D-4FD4-9F03-5D2678EEA9B4}">
      <dgm:prSet phldrT="2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9FC36B9-CA13-4206-90AC-368A30174E3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Integrate emergency preparedness guidelines </a:t>
          </a:r>
          <a:endParaRPr lang="en-US" dirty="0"/>
        </a:p>
      </dgm:t>
    </dgm:pt>
    <dgm:pt modelId="{864A7291-E996-46BB-8042-04B7DFA415F4}" type="parTrans" cxnId="{8F45F3C1-15C6-4244-B7E8-BA1FDF72DF4F}">
      <dgm:prSet/>
      <dgm:spPr/>
      <dgm:t>
        <a:bodyPr/>
        <a:lstStyle/>
        <a:p>
          <a:endParaRPr lang="en-US"/>
        </a:p>
      </dgm:t>
    </dgm:pt>
    <dgm:pt modelId="{5C63B72A-977A-4685-89BA-295A2FAA01C3}" type="sibTrans" cxnId="{8F45F3C1-15C6-4244-B7E8-BA1FDF72DF4F}">
      <dgm:prSet phldrT="3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965995A-3869-4EE3-BB70-B9A46808CFC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Ensure accurate and consistent risk prediction </a:t>
          </a:r>
          <a:endParaRPr lang="en-US"/>
        </a:p>
      </dgm:t>
    </dgm:pt>
    <dgm:pt modelId="{834DA2AB-B8D1-4265-9DD2-6D66CF5E7C11}" type="parTrans" cxnId="{4BA0EA32-1933-43EB-8B34-19E3B2B8C7A9}">
      <dgm:prSet/>
      <dgm:spPr/>
      <dgm:t>
        <a:bodyPr/>
        <a:lstStyle/>
        <a:p>
          <a:endParaRPr lang="en-US"/>
        </a:p>
      </dgm:t>
    </dgm:pt>
    <dgm:pt modelId="{C9E6D4B0-AD4E-474A-A636-11E4F7296FB2}" type="sibTrans" cxnId="{4BA0EA32-1933-43EB-8B34-19E3B2B8C7A9}">
      <dgm:prSet phldrT="4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163BEB6-5247-44EE-9A70-F0DAA670083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Design a scalable and user-friendly system </a:t>
          </a:r>
          <a:endParaRPr lang="en-US"/>
        </a:p>
      </dgm:t>
    </dgm:pt>
    <dgm:pt modelId="{67D4E023-F84E-4A95-A3AE-22E5E563937C}" type="parTrans" cxnId="{B617D742-6091-4D7B-8059-DE799ECB9381}">
      <dgm:prSet/>
      <dgm:spPr/>
      <dgm:t>
        <a:bodyPr/>
        <a:lstStyle/>
        <a:p>
          <a:endParaRPr lang="en-US"/>
        </a:p>
      </dgm:t>
    </dgm:pt>
    <dgm:pt modelId="{BBEADB6C-A09E-4C7C-AEE3-12C290942111}" type="sibTrans" cxnId="{B617D742-6091-4D7B-8059-DE799ECB9381}">
      <dgm:prSet phldrT="5"/>
      <dgm:spPr/>
      <dgm:t>
        <a:bodyPr/>
        <a:lstStyle/>
        <a:p>
          <a:endParaRPr lang="en-US"/>
        </a:p>
      </dgm:t>
    </dgm:pt>
    <dgm:pt modelId="{CD0AF228-2F46-447A-B2B3-3F3DDFF9F291}" type="pres">
      <dgm:prSet presAssocID="{B1DFDA5F-BBC6-435D-8391-C2787C8369ED}" presName="Name0" presStyleCnt="0">
        <dgm:presLayoutVars>
          <dgm:dir/>
          <dgm:resizeHandles val="exact"/>
        </dgm:presLayoutVars>
      </dgm:prSet>
      <dgm:spPr/>
    </dgm:pt>
    <dgm:pt modelId="{9620E530-8C5A-4034-A752-6771183AB5A6}" type="pres">
      <dgm:prSet presAssocID="{05CD4FE8-044E-4E84-9467-FD36EBA5778F}" presName="node" presStyleLbl="node1" presStyleIdx="0" presStyleCnt="5">
        <dgm:presLayoutVars>
          <dgm:bulletEnabled val="1"/>
        </dgm:presLayoutVars>
      </dgm:prSet>
      <dgm:spPr/>
    </dgm:pt>
    <dgm:pt modelId="{B1EFC878-1968-44E3-9887-1EDA9DA23754}" type="pres">
      <dgm:prSet presAssocID="{98CE58D1-3ACC-4A17-A702-8FCBDD069D73}" presName="sibTrans" presStyleLbl="sibTrans1D1" presStyleIdx="0" presStyleCnt="4"/>
      <dgm:spPr/>
    </dgm:pt>
    <dgm:pt modelId="{6EDB1A0F-776F-479A-898B-B9FB41086D74}" type="pres">
      <dgm:prSet presAssocID="{98CE58D1-3ACC-4A17-A702-8FCBDD069D73}" presName="connectorText" presStyleLbl="sibTrans1D1" presStyleIdx="0" presStyleCnt="4"/>
      <dgm:spPr/>
    </dgm:pt>
    <dgm:pt modelId="{77BBCBEE-76D2-4E32-B5BE-D3799037DFAF}" type="pres">
      <dgm:prSet presAssocID="{9FA7DDA2-4D14-4FFF-9FCA-B115F28BD1E2}" presName="node" presStyleLbl="node1" presStyleIdx="1" presStyleCnt="5">
        <dgm:presLayoutVars>
          <dgm:bulletEnabled val="1"/>
        </dgm:presLayoutVars>
      </dgm:prSet>
      <dgm:spPr/>
    </dgm:pt>
    <dgm:pt modelId="{D017132B-F1AF-42E5-ADAC-AD3C0F435E8A}" type="pres">
      <dgm:prSet presAssocID="{FB1F9A10-116E-4135-8E4E-175B638DD123}" presName="sibTrans" presStyleLbl="sibTrans1D1" presStyleIdx="1" presStyleCnt="4"/>
      <dgm:spPr/>
    </dgm:pt>
    <dgm:pt modelId="{466B7933-557B-45F3-9447-FA740F3A7A72}" type="pres">
      <dgm:prSet presAssocID="{FB1F9A10-116E-4135-8E4E-175B638DD123}" presName="connectorText" presStyleLbl="sibTrans1D1" presStyleIdx="1" presStyleCnt="4"/>
      <dgm:spPr/>
    </dgm:pt>
    <dgm:pt modelId="{B1FD258F-997D-414F-A698-A8D0B7DDF02B}" type="pres">
      <dgm:prSet presAssocID="{99FC36B9-CA13-4206-90AC-368A30174E33}" presName="node" presStyleLbl="node1" presStyleIdx="2" presStyleCnt="5">
        <dgm:presLayoutVars>
          <dgm:bulletEnabled val="1"/>
        </dgm:presLayoutVars>
      </dgm:prSet>
      <dgm:spPr/>
    </dgm:pt>
    <dgm:pt modelId="{19F3B0C5-55D8-413F-A7B3-F2AD5D853186}" type="pres">
      <dgm:prSet presAssocID="{5C63B72A-977A-4685-89BA-295A2FAA01C3}" presName="sibTrans" presStyleLbl="sibTrans1D1" presStyleIdx="2" presStyleCnt="4"/>
      <dgm:spPr/>
    </dgm:pt>
    <dgm:pt modelId="{A7122DE0-3982-4346-B8E9-22CEB0971621}" type="pres">
      <dgm:prSet presAssocID="{5C63B72A-977A-4685-89BA-295A2FAA01C3}" presName="connectorText" presStyleLbl="sibTrans1D1" presStyleIdx="2" presStyleCnt="4"/>
      <dgm:spPr/>
    </dgm:pt>
    <dgm:pt modelId="{5C32BBE0-F7A2-4FD1-9784-6E54DE829C69}" type="pres">
      <dgm:prSet presAssocID="{3965995A-3869-4EE3-BB70-B9A46808CFCA}" presName="node" presStyleLbl="node1" presStyleIdx="3" presStyleCnt="5">
        <dgm:presLayoutVars>
          <dgm:bulletEnabled val="1"/>
        </dgm:presLayoutVars>
      </dgm:prSet>
      <dgm:spPr/>
    </dgm:pt>
    <dgm:pt modelId="{85F23DA3-7F18-49D5-BBBA-D3E2259A8F22}" type="pres">
      <dgm:prSet presAssocID="{C9E6D4B0-AD4E-474A-A636-11E4F7296FB2}" presName="sibTrans" presStyleLbl="sibTrans1D1" presStyleIdx="3" presStyleCnt="4"/>
      <dgm:spPr/>
    </dgm:pt>
    <dgm:pt modelId="{7887106D-527E-47F8-AEA4-60C110618762}" type="pres">
      <dgm:prSet presAssocID="{C9E6D4B0-AD4E-474A-A636-11E4F7296FB2}" presName="connectorText" presStyleLbl="sibTrans1D1" presStyleIdx="3" presStyleCnt="4"/>
      <dgm:spPr/>
    </dgm:pt>
    <dgm:pt modelId="{C183069D-510B-458B-9E2D-6A3EDD06A8AB}" type="pres">
      <dgm:prSet presAssocID="{3163BEB6-5247-44EE-9A70-F0DAA670083F}" presName="node" presStyleLbl="node1" presStyleIdx="4" presStyleCnt="5">
        <dgm:presLayoutVars>
          <dgm:bulletEnabled val="1"/>
        </dgm:presLayoutVars>
      </dgm:prSet>
      <dgm:spPr/>
    </dgm:pt>
  </dgm:ptLst>
  <dgm:cxnLst>
    <dgm:cxn modelId="{03F6CC21-B7C0-4727-84B6-D691CF531229}" type="presOf" srcId="{3965995A-3869-4EE3-BB70-B9A46808CFCA}" destId="{5C32BBE0-F7A2-4FD1-9784-6E54DE829C69}" srcOrd="0" destOrd="0" presId="urn:microsoft.com/office/officeart/2016/7/layout/RepeatingBendingProcessNew"/>
    <dgm:cxn modelId="{2E337A2C-43B4-4FC8-B25F-3DC521B36B58}" type="presOf" srcId="{5C63B72A-977A-4685-89BA-295A2FAA01C3}" destId="{19F3B0C5-55D8-413F-A7B3-F2AD5D853186}" srcOrd="0" destOrd="0" presId="urn:microsoft.com/office/officeart/2016/7/layout/RepeatingBendingProcessNew"/>
    <dgm:cxn modelId="{4BA0EA32-1933-43EB-8B34-19E3B2B8C7A9}" srcId="{B1DFDA5F-BBC6-435D-8391-C2787C8369ED}" destId="{3965995A-3869-4EE3-BB70-B9A46808CFCA}" srcOrd="3" destOrd="0" parTransId="{834DA2AB-B8D1-4265-9DD2-6D66CF5E7C11}" sibTransId="{C9E6D4B0-AD4E-474A-A636-11E4F7296FB2}"/>
    <dgm:cxn modelId="{78CCF73A-1373-4B61-91BF-226F63568A87}" type="presOf" srcId="{5C63B72A-977A-4685-89BA-295A2FAA01C3}" destId="{A7122DE0-3982-4346-B8E9-22CEB0971621}" srcOrd="1" destOrd="0" presId="urn:microsoft.com/office/officeart/2016/7/layout/RepeatingBendingProcessNew"/>
    <dgm:cxn modelId="{3AEC3442-749F-4F39-B47E-C50F5358650F}" type="presOf" srcId="{05CD4FE8-044E-4E84-9467-FD36EBA5778F}" destId="{9620E530-8C5A-4034-A752-6771183AB5A6}" srcOrd="0" destOrd="0" presId="urn:microsoft.com/office/officeart/2016/7/layout/RepeatingBendingProcessNew"/>
    <dgm:cxn modelId="{B617D742-6091-4D7B-8059-DE799ECB9381}" srcId="{B1DFDA5F-BBC6-435D-8391-C2787C8369ED}" destId="{3163BEB6-5247-44EE-9A70-F0DAA670083F}" srcOrd="4" destOrd="0" parTransId="{67D4E023-F84E-4A95-A3AE-22E5E563937C}" sibTransId="{BBEADB6C-A09E-4C7C-AEE3-12C290942111}"/>
    <dgm:cxn modelId="{4B251073-9016-4F4E-853E-2F22D3926851}" type="presOf" srcId="{98CE58D1-3ACC-4A17-A702-8FCBDD069D73}" destId="{6EDB1A0F-776F-479A-898B-B9FB41086D74}" srcOrd="1" destOrd="0" presId="urn:microsoft.com/office/officeart/2016/7/layout/RepeatingBendingProcessNew"/>
    <dgm:cxn modelId="{8B8FAD90-BB6A-4538-BD84-2D5C658F267E}" type="presOf" srcId="{FB1F9A10-116E-4135-8E4E-175B638DD123}" destId="{466B7933-557B-45F3-9447-FA740F3A7A72}" srcOrd="1" destOrd="0" presId="urn:microsoft.com/office/officeart/2016/7/layout/RepeatingBendingProcessNew"/>
    <dgm:cxn modelId="{4D22C796-E706-45C3-801D-2ACC5E07D3FE}" type="presOf" srcId="{99FC36B9-CA13-4206-90AC-368A30174E33}" destId="{B1FD258F-997D-414F-A698-A8D0B7DDF02B}" srcOrd="0" destOrd="0" presId="urn:microsoft.com/office/officeart/2016/7/layout/RepeatingBendingProcessNew"/>
    <dgm:cxn modelId="{885B4798-CBBB-4877-83AE-AB909D169BBD}" type="presOf" srcId="{B1DFDA5F-BBC6-435D-8391-C2787C8369ED}" destId="{CD0AF228-2F46-447A-B2B3-3F3DDFF9F291}" srcOrd="0" destOrd="0" presId="urn:microsoft.com/office/officeart/2016/7/layout/RepeatingBendingProcessNew"/>
    <dgm:cxn modelId="{343F69A1-653C-44FF-8D3B-EE74BCEA9898}" type="presOf" srcId="{3163BEB6-5247-44EE-9A70-F0DAA670083F}" destId="{C183069D-510B-458B-9E2D-6A3EDD06A8AB}" srcOrd="0" destOrd="0" presId="urn:microsoft.com/office/officeart/2016/7/layout/RepeatingBendingProcessNew"/>
    <dgm:cxn modelId="{82C0D2B8-810E-4628-AA7E-FFF9E7CCA85E}" srcId="{B1DFDA5F-BBC6-435D-8391-C2787C8369ED}" destId="{05CD4FE8-044E-4E84-9467-FD36EBA5778F}" srcOrd="0" destOrd="0" parTransId="{25DB5BCA-7255-4388-B9B6-E67EBB4B869B}" sibTransId="{98CE58D1-3ACC-4A17-A702-8FCBDD069D73}"/>
    <dgm:cxn modelId="{1F2F0DBA-F9F2-4DC4-B670-DDAC57A2A811}" type="presOf" srcId="{C9E6D4B0-AD4E-474A-A636-11E4F7296FB2}" destId="{85F23DA3-7F18-49D5-BBBA-D3E2259A8F22}" srcOrd="0" destOrd="0" presId="urn:microsoft.com/office/officeart/2016/7/layout/RepeatingBendingProcessNew"/>
    <dgm:cxn modelId="{8F45F3C1-15C6-4244-B7E8-BA1FDF72DF4F}" srcId="{B1DFDA5F-BBC6-435D-8391-C2787C8369ED}" destId="{99FC36B9-CA13-4206-90AC-368A30174E33}" srcOrd="2" destOrd="0" parTransId="{864A7291-E996-46BB-8042-04B7DFA415F4}" sibTransId="{5C63B72A-977A-4685-89BA-295A2FAA01C3}"/>
    <dgm:cxn modelId="{2DEDF9CD-742D-4FD4-9F03-5D2678EEA9B4}" srcId="{B1DFDA5F-BBC6-435D-8391-C2787C8369ED}" destId="{9FA7DDA2-4D14-4FFF-9FCA-B115F28BD1E2}" srcOrd="1" destOrd="0" parTransId="{0A1FBD75-CC24-4DD5-811A-A06D3FB4A5C9}" sibTransId="{FB1F9A10-116E-4135-8E4E-175B638DD123}"/>
    <dgm:cxn modelId="{972852CF-89F2-4178-BD2C-CE198CE67393}" type="presOf" srcId="{FB1F9A10-116E-4135-8E4E-175B638DD123}" destId="{D017132B-F1AF-42E5-ADAC-AD3C0F435E8A}" srcOrd="0" destOrd="0" presId="urn:microsoft.com/office/officeart/2016/7/layout/RepeatingBendingProcessNew"/>
    <dgm:cxn modelId="{7A2E90D8-89A3-4706-9C26-B8DEC25E95C6}" type="presOf" srcId="{9FA7DDA2-4D14-4FFF-9FCA-B115F28BD1E2}" destId="{77BBCBEE-76D2-4E32-B5BE-D3799037DFAF}" srcOrd="0" destOrd="0" presId="urn:microsoft.com/office/officeart/2016/7/layout/RepeatingBendingProcessNew"/>
    <dgm:cxn modelId="{BB7C7FEE-DFCB-4806-A267-5537635DCC6A}" type="presOf" srcId="{C9E6D4B0-AD4E-474A-A636-11E4F7296FB2}" destId="{7887106D-527E-47F8-AEA4-60C110618762}" srcOrd="1" destOrd="0" presId="urn:microsoft.com/office/officeart/2016/7/layout/RepeatingBendingProcessNew"/>
    <dgm:cxn modelId="{BE45DBFA-625C-4217-A52A-19FB98D613B2}" type="presOf" srcId="{98CE58D1-3ACC-4A17-A702-8FCBDD069D73}" destId="{B1EFC878-1968-44E3-9887-1EDA9DA23754}" srcOrd="0" destOrd="0" presId="urn:microsoft.com/office/officeart/2016/7/layout/RepeatingBendingProcessNew"/>
    <dgm:cxn modelId="{94B6018C-D523-4AB4-A5AA-6B1036DC4F45}" type="presParOf" srcId="{CD0AF228-2F46-447A-B2B3-3F3DDFF9F291}" destId="{9620E530-8C5A-4034-A752-6771183AB5A6}" srcOrd="0" destOrd="0" presId="urn:microsoft.com/office/officeart/2016/7/layout/RepeatingBendingProcessNew"/>
    <dgm:cxn modelId="{3EBEF17E-135B-490E-89FF-BC7BDF32060F}" type="presParOf" srcId="{CD0AF228-2F46-447A-B2B3-3F3DDFF9F291}" destId="{B1EFC878-1968-44E3-9887-1EDA9DA23754}" srcOrd="1" destOrd="0" presId="urn:microsoft.com/office/officeart/2016/7/layout/RepeatingBendingProcessNew"/>
    <dgm:cxn modelId="{96298F3D-454F-4CAC-AD64-603E86AC475F}" type="presParOf" srcId="{B1EFC878-1968-44E3-9887-1EDA9DA23754}" destId="{6EDB1A0F-776F-479A-898B-B9FB41086D74}" srcOrd="0" destOrd="0" presId="urn:microsoft.com/office/officeart/2016/7/layout/RepeatingBendingProcessNew"/>
    <dgm:cxn modelId="{157AAB23-7987-421C-884B-057B83041731}" type="presParOf" srcId="{CD0AF228-2F46-447A-B2B3-3F3DDFF9F291}" destId="{77BBCBEE-76D2-4E32-B5BE-D3799037DFAF}" srcOrd="2" destOrd="0" presId="urn:microsoft.com/office/officeart/2016/7/layout/RepeatingBendingProcessNew"/>
    <dgm:cxn modelId="{61FDDAC1-AD47-4BC3-9358-16CC52B3BC28}" type="presParOf" srcId="{CD0AF228-2F46-447A-B2B3-3F3DDFF9F291}" destId="{D017132B-F1AF-42E5-ADAC-AD3C0F435E8A}" srcOrd="3" destOrd="0" presId="urn:microsoft.com/office/officeart/2016/7/layout/RepeatingBendingProcessNew"/>
    <dgm:cxn modelId="{FCA5EAE4-56D9-46BA-91EF-AF4565D30E03}" type="presParOf" srcId="{D017132B-F1AF-42E5-ADAC-AD3C0F435E8A}" destId="{466B7933-557B-45F3-9447-FA740F3A7A72}" srcOrd="0" destOrd="0" presId="urn:microsoft.com/office/officeart/2016/7/layout/RepeatingBendingProcessNew"/>
    <dgm:cxn modelId="{C5868321-1F3D-4B70-A8CA-11570D245198}" type="presParOf" srcId="{CD0AF228-2F46-447A-B2B3-3F3DDFF9F291}" destId="{B1FD258F-997D-414F-A698-A8D0B7DDF02B}" srcOrd="4" destOrd="0" presId="urn:microsoft.com/office/officeart/2016/7/layout/RepeatingBendingProcessNew"/>
    <dgm:cxn modelId="{C496DB33-F0D0-44CC-9025-10464B54FF3C}" type="presParOf" srcId="{CD0AF228-2F46-447A-B2B3-3F3DDFF9F291}" destId="{19F3B0C5-55D8-413F-A7B3-F2AD5D853186}" srcOrd="5" destOrd="0" presId="urn:microsoft.com/office/officeart/2016/7/layout/RepeatingBendingProcessNew"/>
    <dgm:cxn modelId="{E6861CBD-1A54-4046-8302-8D6552F4F2EC}" type="presParOf" srcId="{19F3B0C5-55D8-413F-A7B3-F2AD5D853186}" destId="{A7122DE0-3982-4346-B8E9-22CEB0971621}" srcOrd="0" destOrd="0" presId="urn:microsoft.com/office/officeart/2016/7/layout/RepeatingBendingProcessNew"/>
    <dgm:cxn modelId="{370E04B7-39F2-4F5D-81E2-64D3A4877CD8}" type="presParOf" srcId="{CD0AF228-2F46-447A-B2B3-3F3DDFF9F291}" destId="{5C32BBE0-F7A2-4FD1-9784-6E54DE829C69}" srcOrd="6" destOrd="0" presId="urn:microsoft.com/office/officeart/2016/7/layout/RepeatingBendingProcessNew"/>
    <dgm:cxn modelId="{906A1B1C-003A-4CE1-81AC-2C1588C58FCE}" type="presParOf" srcId="{CD0AF228-2F46-447A-B2B3-3F3DDFF9F291}" destId="{85F23DA3-7F18-49D5-BBBA-D3E2259A8F22}" srcOrd="7" destOrd="0" presId="urn:microsoft.com/office/officeart/2016/7/layout/RepeatingBendingProcessNew"/>
    <dgm:cxn modelId="{6B5BB828-802A-41BA-88D2-EA356BF3CF59}" type="presParOf" srcId="{85F23DA3-7F18-49D5-BBBA-D3E2259A8F22}" destId="{7887106D-527E-47F8-AEA4-60C110618762}" srcOrd="0" destOrd="0" presId="urn:microsoft.com/office/officeart/2016/7/layout/RepeatingBendingProcessNew"/>
    <dgm:cxn modelId="{86EB3ABC-48A1-4017-A729-D648FDF9B9CF}" type="presParOf" srcId="{CD0AF228-2F46-447A-B2B3-3F3DDFF9F291}" destId="{C183069D-510B-458B-9E2D-6A3EDD06A8AB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5536FCE-4784-4E04-9084-3E1F1846924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01887CA-449D-421D-A13E-9A18477480D9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IN"/>
            <a:t>Covers weather-based risk analysis for a specific region (e.g., Kochi) </a:t>
          </a:r>
          <a:endParaRPr lang="en-US"/>
        </a:p>
      </dgm:t>
    </dgm:pt>
    <dgm:pt modelId="{0E24140A-DDE5-47BE-AD35-87AF301E95E3}" type="parTrans" cxnId="{DCC95427-D7BD-4D24-8D9B-FE3FA760E54A}">
      <dgm:prSet/>
      <dgm:spPr/>
      <dgm:t>
        <a:bodyPr/>
        <a:lstStyle/>
        <a:p>
          <a:endParaRPr lang="en-US"/>
        </a:p>
      </dgm:t>
    </dgm:pt>
    <dgm:pt modelId="{702C3358-FF6E-43D2-949C-FEE6AEC46604}" type="sibTrans" cxnId="{DCC95427-D7BD-4D24-8D9B-FE3FA760E54A}">
      <dgm:prSet/>
      <dgm:spPr/>
      <dgm:t>
        <a:bodyPr/>
        <a:lstStyle/>
        <a:p>
          <a:endParaRPr lang="en-US"/>
        </a:p>
      </dgm:t>
    </dgm:pt>
    <dgm:pt modelId="{4A73D0C0-BB88-451D-950E-799B0EC75289}">
      <dgm:prSet/>
      <dgm:spPr>
        <a:solidFill>
          <a:schemeClr val="bg1">
            <a:lumMod val="95000"/>
            <a:alpha val="9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/>
            <a:t>Includes alert generation and emergency recommendations </a:t>
          </a:r>
          <a:endParaRPr lang="en-US"/>
        </a:p>
      </dgm:t>
    </dgm:pt>
    <dgm:pt modelId="{0B002421-4F17-4E0C-BC1A-46E6DBC6316B}" type="parTrans" cxnId="{433C82DA-CC25-4DA0-BF90-35370ED073F9}">
      <dgm:prSet/>
      <dgm:spPr/>
      <dgm:t>
        <a:bodyPr/>
        <a:lstStyle/>
        <a:p>
          <a:endParaRPr lang="en-US"/>
        </a:p>
      </dgm:t>
    </dgm:pt>
    <dgm:pt modelId="{050EFE44-E9DB-4810-8C19-CFB8DC51E31E}" type="sibTrans" cxnId="{433C82DA-CC25-4DA0-BF90-35370ED073F9}">
      <dgm:prSet/>
      <dgm:spPr/>
      <dgm:t>
        <a:bodyPr/>
        <a:lstStyle/>
        <a:p>
          <a:endParaRPr lang="en-US"/>
        </a:p>
      </dgm:t>
    </dgm:pt>
    <dgm:pt modelId="{B7A3C67B-1F31-470B-AADE-D274F3216F28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IN" dirty="0"/>
            <a:t>Supports both simulated and real API-based data integration </a:t>
          </a:r>
          <a:endParaRPr lang="en-US" dirty="0"/>
        </a:p>
      </dgm:t>
    </dgm:pt>
    <dgm:pt modelId="{371E3F6E-13A6-420D-9A83-6096552AD872}" type="parTrans" cxnId="{71A4EF63-6D5B-4113-9F64-8812BDC7CF8F}">
      <dgm:prSet/>
      <dgm:spPr/>
      <dgm:t>
        <a:bodyPr/>
        <a:lstStyle/>
        <a:p>
          <a:endParaRPr lang="en-US"/>
        </a:p>
      </dgm:t>
    </dgm:pt>
    <dgm:pt modelId="{945297FF-51B9-41F3-A886-379B6B8E78FB}" type="sibTrans" cxnId="{71A4EF63-6D5B-4113-9F64-8812BDC7CF8F}">
      <dgm:prSet/>
      <dgm:spPr/>
      <dgm:t>
        <a:bodyPr/>
        <a:lstStyle/>
        <a:p>
          <a:endParaRPr lang="en-US"/>
        </a:p>
      </dgm:t>
    </dgm:pt>
    <dgm:pt modelId="{9FFC5AFB-530E-41DD-8421-C7979F2EAD5B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IN"/>
            <a:t>Designed for future expansion to multiple regions </a:t>
          </a:r>
          <a:endParaRPr lang="en-US"/>
        </a:p>
      </dgm:t>
    </dgm:pt>
    <dgm:pt modelId="{FBDA133E-179F-49CD-8685-45A1DA2C3675}" type="parTrans" cxnId="{B31CE874-6F6B-427A-B0E9-ECA3ABF6C66A}">
      <dgm:prSet/>
      <dgm:spPr/>
      <dgm:t>
        <a:bodyPr/>
        <a:lstStyle/>
        <a:p>
          <a:endParaRPr lang="en-US"/>
        </a:p>
      </dgm:t>
    </dgm:pt>
    <dgm:pt modelId="{093869D2-8225-4AAF-9A8E-0AD0CA14E694}" type="sibTrans" cxnId="{B31CE874-6F6B-427A-B0E9-ECA3ABF6C66A}">
      <dgm:prSet/>
      <dgm:spPr/>
      <dgm:t>
        <a:bodyPr/>
        <a:lstStyle/>
        <a:p>
          <a:endParaRPr lang="en-US"/>
        </a:p>
      </dgm:t>
    </dgm:pt>
    <dgm:pt modelId="{D35A8B5F-8BFA-4416-88E3-8DE30D5BCAFB}" type="pres">
      <dgm:prSet presAssocID="{A5536FCE-4784-4E04-9084-3E1F1846924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777504C-7931-4239-BFC6-22194A454FA4}" type="pres">
      <dgm:prSet presAssocID="{301887CA-449D-421D-A13E-9A18477480D9}" presName="hierRoot1" presStyleCnt="0"/>
      <dgm:spPr/>
    </dgm:pt>
    <dgm:pt modelId="{03CE89D6-9400-429A-AAFD-C282C998EEA3}" type="pres">
      <dgm:prSet presAssocID="{301887CA-449D-421D-A13E-9A18477480D9}" presName="composite" presStyleCnt="0"/>
      <dgm:spPr/>
    </dgm:pt>
    <dgm:pt modelId="{4199AADF-EFAA-4605-96A5-B2EF0F29C044}" type="pres">
      <dgm:prSet presAssocID="{301887CA-449D-421D-A13E-9A18477480D9}" presName="background" presStyleLbl="node0" presStyleIdx="0" presStyleCnt="4"/>
      <dgm:spPr>
        <a:solidFill>
          <a:schemeClr val="tx1"/>
        </a:solidFill>
      </dgm:spPr>
    </dgm:pt>
    <dgm:pt modelId="{805437D3-8B3C-4D93-B9A1-D63F74901F25}" type="pres">
      <dgm:prSet presAssocID="{301887CA-449D-421D-A13E-9A18477480D9}" presName="text" presStyleLbl="fgAcc0" presStyleIdx="0" presStyleCnt="4">
        <dgm:presLayoutVars>
          <dgm:chPref val="3"/>
        </dgm:presLayoutVars>
      </dgm:prSet>
      <dgm:spPr/>
    </dgm:pt>
    <dgm:pt modelId="{05C9BD7D-ABB5-4A5E-880B-DD6DF9545346}" type="pres">
      <dgm:prSet presAssocID="{301887CA-449D-421D-A13E-9A18477480D9}" presName="hierChild2" presStyleCnt="0"/>
      <dgm:spPr/>
    </dgm:pt>
    <dgm:pt modelId="{C158B4E3-ADA5-4AC7-B2F2-4DBE030812CE}" type="pres">
      <dgm:prSet presAssocID="{4A73D0C0-BB88-451D-950E-799B0EC75289}" presName="hierRoot1" presStyleCnt="0"/>
      <dgm:spPr/>
    </dgm:pt>
    <dgm:pt modelId="{CCF4B203-CA5E-432A-B240-A0131D7FFDE9}" type="pres">
      <dgm:prSet presAssocID="{4A73D0C0-BB88-451D-950E-799B0EC75289}" presName="composite" presStyleCnt="0"/>
      <dgm:spPr/>
    </dgm:pt>
    <dgm:pt modelId="{E712B13B-6AF5-4FA3-9012-C1133D8A3A92}" type="pres">
      <dgm:prSet presAssocID="{4A73D0C0-BB88-451D-950E-799B0EC75289}" presName="background" presStyleLbl="node0" presStyleIdx="1" presStyleCnt="4"/>
      <dgm:spPr>
        <a:solidFill>
          <a:schemeClr val="tx1"/>
        </a:solidFill>
        <a:ln>
          <a:solidFill>
            <a:schemeClr val="tx1"/>
          </a:solidFill>
        </a:ln>
      </dgm:spPr>
    </dgm:pt>
    <dgm:pt modelId="{9EECF29C-9E7A-4DAC-90F5-95EF945223B2}" type="pres">
      <dgm:prSet presAssocID="{4A73D0C0-BB88-451D-950E-799B0EC75289}" presName="text" presStyleLbl="fgAcc0" presStyleIdx="1" presStyleCnt="4">
        <dgm:presLayoutVars>
          <dgm:chPref val="3"/>
        </dgm:presLayoutVars>
      </dgm:prSet>
      <dgm:spPr/>
    </dgm:pt>
    <dgm:pt modelId="{21721F44-6E66-4923-BBA8-7DFA3874F36B}" type="pres">
      <dgm:prSet presAssocID="{4A73D0C0-BB88-451D-950E-799B0EC75289}" presName="hierChild2" presStyleCnt="0"/>
      <dgm:spPr/>
    </dgm:pt>
    <dgm:pt modelId="{E8F31D3C-1DBD-4CCA-8099-9FBC3D7B7AD8}" type="pres">
      <dgm:prSet presAssocID="{B7A3C67B-1F31-470B-AADE-D274F3216F28}" presName="hierRoot1" presStyleCnt="0"/>
      <dgm:spPr/>
    </dgm:pt>
    <dgm:pt modelId="{32AA7A31-0B41-4991-8AF4-333D6AC57C92}" type="pres">
      <dgm:prSet presAssocID="{B7A3C67B-1F31-470B-AADE-D274F3216F28}" presName="composite" presStyleCnt="0"/>
      <dgm:spPr/>
    </dgm:pt>
    <dgm:pt modelId="{CE01C981-C02D-4CFB-B8FA-16823399D7E2}" type="pres">
      <dgm:prSet presAssocID="{B7A3C67B-1F31-470B-AADE-D274F3216F28}" presName="background" presStyleLbl="node0" presStyleIdx="2" presStyleCnt="4"/>
      <dgm:spPr>
        <a:solidFill>
          <a:schemeClr val="tx1"/>
        </a:solidFill>
        <a:ln>
          <a:solidFill>
            <a:schemeClr val="tx1"/>
          </a:solidFill>
        </a:ln>
      </dgm:spPr>
    </dgm:pt>
    <dgm:pt modelId="{06E19E9B-4EC6-420B-A794-989B7FD49C04}" type="pres">
      <dgm:prSet presAssocID="{B7A3C67B-1F31-470B-AADE-D274F3216F28}" presName="text" presStyleLbl="fgAcc0" presStyleIdx="2" presStyleCnt="4">
        <dgm:presLayoutVars>
          <dgm:chPref val="3"/>
        </dgm:presLayoutVars>
      </dgm:prSet>
      <dgm:spPr/>
    </dgm:pt>
    <dgm:pt modelId="{A6C3234E-C464-447E-9941-466A08199EC4}" type="pres">
      <dgm:prSet presAssocID="{B7A3C67B-1F31-470B-AADE-D274F3216F28}" presName="hierChild2" presStyleCnt="0"/>
      <dgm:spPr/>
    </dgm:pt>
    <dgm:pt modelId="{C4182D7F-EB53-41BE-958B-94B4B3DBBF04}" type="pres">
      <dgm:prSet presAssocID="{9FFC5AFB-530E-41DD-8421-C7979F2EAD5B}" presName="hierRoot1" presStyleCnt="0"/>
      <dgm:spPr/>
    </dgm:pt>
    <dgm:pt modelId="{F8165334-21A8-480F-91DC-184BE2AE4398}" type="pres">
      <dgm:prSet presAssocID="{9FFC5AFB-530E-41DD-8421-C7979F2EAD5B}" presName="composite" presStyleCnt="0"/>
      <dgm:spPr/>
    </dgm:pt>
    <dgm:pt modelId="{F452AFC9-ADC9-4B04-8CB5-15542AD1C947}" type="pres">
      <dgm:prSet presAssocID="{9FFC5AFB-530E-41DD-8421-C7979F2EAD5B}" presName="background" presStyleLbl="node0" presStyleIdx="3" presStyleCnt="4"/>
      <dgm:spPr>
        <a:solidFill>
          <a:schemeClr val="tx1"/>
        </a:solidFill>
        <a:ln>
          <a:solidFill>
            <a:schemeClr val="tx1"/>
          </a:solidFill>
        </a:ln>
      </dgm:spPr>
    </dgm:pt>
    <dgm:pt modelId="{66141C12-76A7-4519-A7FA-36696BE941BD}" type="pres">
      <dgm:prSet presAssocID="{9FFC5AFB-530E-41DD-8421-C7979F2EAD5B}" presName="text" presStyleLbl="fgAcc0" presStyleIdx="3" presStyleCnt="4">
        <dgm:presLayoutVars>
          <dgm:chPref val="3"/>
        </dgm:presLayoutVars>
      </dgm:prSet>
      <dgm:spPr/>
    </dgm:pt>
    <dgm:pt modelId="{812C1E84-2B70-431D-99CD-5ADFF5231731}" type="pres">
      <dgm:prSet presAssocID="{9FFC5AFB-530E-41DD-8421-C7979F2EAD5B}" presName="hierChild2" presStyleCnt="0"/>
      <dgm:spPr/>
    </dgm:pt>
  </dgm:ptLst>
  <dgm:cxnLst>
    <dgm:cxn modelId="{DCC95427-D7BD-4D24-8D9B-FE3FA760E54A}" srcId="{A5536FCE-4784-4E04-9084-3E1F1846924C}" destId="{301887CA-449D-421D-A13E-9A18477480D9}" srcOrd="0" destOrd="0" parTransId="{0E24140A-DDE5-47BE-AD35-87AF301E95E3}" sibTransId="{702C3358-FF6E-43D2-949C-FEE6AEC46604}"/>
    <dgm:cxn modelId="{71A4EF63-6D5B-4113-9F64-8812BDC7CF8F}" srcId="{A5536FCE-4784-4E04-9084-3E1F1846924C}" destId="{B7A3C67B-1F31-470B-AADE-D274F3216F28}" srcOrd="2" destOrd="0" parTransId="{371E3F6E-13A6-420D-9A83-6096552AD872}" sibTransId="{945297FF-51B9-41F3-A886-379B6B8E78FB}"/>
    <dgm:cxn modelId="{E3EFAA64-8622-4156-B43A-A4DCC126F67D}" type="presOf" srcId="{9FFC5AFB-530E-41DD-8421-C7979F2EAD5B}" destId="{66141C12-76A7-4519-A7FA-36696BE941BD}" srcOrd="0" destOrd="0" presId="urn:microsoft.com/office/officeart/2005/8/layout/hierarchy1"/>
    <dgm:cxn modelId="{B31CE874-6F6B-427A-B0E9-ECA3ABF6C66A}" srcId="{A5536FCE-4784-4E04-9084-3E1F1846924C}" destId="{9FFC5AFB-530E-41DD-8421-C7979F2EAD5B}" srcOrd="3" destOrd="0" parTransId="{FBDA133E-179F-49CD-8685-45A1DA2C3675}" sibTransId="{093869D2-8225-4AAF-9A8E-0AD0CA14E694}"/>
    <dgm:cxn modelId="{5652D19D-06C9-44F1-A6F5-E34D13F3D540}" type="presOf" srcId="{A5536FCE-4784-4E04-9084-3E1F1846924C}" destId="{D35A8B5F-8BFA-4416-88E3-8DE30D5BCAFB}" srcOrd="0" destOrd="0" presId="urn:microsoft.com/office/officeart/2005/8/layout/hierarchy1"/>
    <dgm:cxn modelId="{8D07B4C9-EE45-4546-B69E-58D447BBB118}" type="presOf" srcId="{B7A3C67B-1F31-470B-AADE-D274F3216F28}" destId="{06E19E9B-4EC6-420B-A794-989B7FD49C04}" srcOrd="0" destOrd="0" presId="urn:microsoft.com/office/officeart/2005/8/layout/hierarchy1"/>
    <dgm:cxn modelId="{6E8ABBCD-07B9-4A32-BFA5-158DA9279EB6}" type="presOf" srcId="{301887CA-449D-421D-A13E-9A18477480D9}" destId="{805437D3-8B3C-4D93-B9A1-D63F74901F25}" srcOrd="0" destOrd="0" presId="urn:microsoft.com/office/officeart/2005/8/layout/hierarchy1"/>
    <dgm:cxn modelId="{433C82DA-CC25-4DA0-BF90-35370ED073F9}" srcId="{A5536FCE-4784-4E04-9084-3E1F1846924C}" destId="{4A73D0C0-BB88-451D-950E-799B0EC75289}" srcOrd="1" destOrd="0" parTransId="{0B002421-4F17-4E0C-BC1A-46E6DBC6316B}" sibTransId="{050EFE44-E9DB-4810-8C19-CFB8DC51E31E}"/>
    <dgm:cxn modelId="{4AFA51E7-C071-4084-B8A1-02117FEF80B1}" type="presOf" srcId="{4A73D0C0-BB88-451D-950E-799B0EC75289}" destId="{9EECF29C-9E7A-4DAC-90F5-95EF945223B2}" srcOrd="0" destOrd="0" presId="urn:microsoft.com/office/officeart/2005/8/layout/hierarchy1"/>
    <dgm:cxn modelId="{E4E8886D-C736-44AC-9C4B-F363A2FDD47E}" type="presParOf" srcId="{D35A8B5F-8BFA-4416-88E3-8DE30D5BCAFB}" destId="{6777504C-7931-4239-BFC6-22194A454FA4}" srcOrd="0" destOrd="0" presId="urn:microsoft.com/office/officeart/2005/8/layout/hierarchy1"/>
    <dgm:cxn modelId="{8C667657-460D-48A9-AD3C-6BF49E405219}" type="presParOf" srcId="{6777504C-7931-4239-BFC6-22194A454FA4}" destId="{03CE89D6-9400-429A-AAFD-C282C998EEA3}" srcOrd="0" destOrd="0" presId="urn:microsoft.com/office/officeart/2005/8/layout/hierarchy1"/>
    <dgm:cxn modelId="{52A537BC-268F-40DF-9E88-C9055EC64A4D}" type="presParOf" srcId="{03CE89D6-9400-429A-AAFD-C282C998EEA3}" destId="{4199AADF-EFAA-4605-96A5-B2EF0F29C044}" srcOrd="0" destOrd="0" presId="urn:microsoft.com/office/officeart/2005/8/layout/hierarchy1"/>
    <dgm:cxn modelId="{A5422936-E6EF-426D-8062-2F54DF17DBF4}" type="presParOf" srcId="{03CE89D6-9400-429A-AAFD-C282C998EEA3}" destId="{805437D3-8B3C-4D93-B9A1-D63F74901F25}" srcOrd="1" destOrd="0" presId="urn:microsoft.com/office/officeart/2005/8/layout/hierarchy1"/>
    <dgm:cxn modelId="{E0DF4EF4-F4B1-41DE-8A32-D3C55573688A}" type="presParOf" srcId="{6777504C-7931-4239-BFC6-22194A454FA4}" destId="{05C9BD7D-ABB5-4A5E-880B-DD6DF9545346}" srcOrd="1" destOrd="0" presId="urn:microsoft.com/office/officeart/2005/8/layout/hierarchy1"/>
    <dgm:cxn modelId="{A3BC916F-86BF-4FDB-87AD-F737D2D3A88B}" type="presParOf" srcId="{D35A8B5F-8BFA-4416-88E3-8DE30D5BCAFB}" destId="{C158B4E3-ADA5-4AC7-B2F2-4DBE030812CE}" srcOrd="1" destOrd="0" presId="urn:microsoft.com/office/officeart/2005/8/layout/hierarchy1"/>
    <dgm:cxn modelId="{8226AC6F-2E98-46C2-BB03-2F0E27669CA3}" type="presParOf" srcId="{C158B4E3-ADA5-4AC7-B2F2-4DBE030812CE}" destId="{CCF4B203-CA5E-432A-B240-A0131D7FFDE9}" srcOrd="0" destOrd="0" presId="urn:microsoft.com/office/officeart/2005/8/layout/hierarchy1"/>
    <dgm:cxn modelId="{8BFF466D-7C3F-40FD-9F9D-D37E9E78B278}" type="presParOf" srcId="{CCF4B203-CA5E-432A-B240-A0131D7FFDE9}" destId="{E712B13B-6AF5-4FA3-9012-C1133D8A3A92}" srcOrd="0" destOrd="0" presId="urn:microsoft.com/office/officeart/2005/8/layout/hierarchy1"/>
    <dgm:cxn modelId="{415F80C6-7111-46EB-BC1D-E8CC3F522A86}" type="presParOf" srcId="{CCF4B203-CA5E-432A-B240-A0131D7FFDE9}" destId="{9EECF29C-9E7A-4DAC-90F5-95EF945223B2}" srcOrd="1" destOrd="0" presId="urn:microsoft.com/office/officeart/2005/8/layout/hierarchy1"/>
    <dgm:cxn modelId="{3B381B6C-2D1A-45BB-9349-EC6152C4F1BB}" type="presParOf" srcId="{C158B4E3-ADA5-4AC7-B2F2-4DBE030812CE}" destId="{21721F44-6E66-4923-BBA8-7DFA3874F36B}" srcOrd="1" destOrd="0" presId="urn:microsoft.com/office/officeart/2005/8/layout/hierarchy1"/>
    <dgm:cxn modelId="{22B11793-FF06-4E8B-9725-7DC0A0DD3E5F}" type="presParOf" srcId="{D35A8B5F-8BFA-4416-88E3-8DE30D5BCAFB}" destId="{E8F31D3C-1DBD-4CCA-8099-9FBC3D7B7AD8}" srcOrd="2" destOrd="0" presId="urn:microsoft.com/office/officeart/2005/8/layout/hierarchy1"/>
    <dgm:cxn modelId="{6DE79989-FAB5-4D8C-9A08-E886CE73D530}" type="presParOf" srcId="{E8F31D3C-1DBD-4CCA-8099-9FBC3D7B7AD8}" destId="{32AA7A31-0B41-4991-8AF4-333D6AC57C92}" srcOrd="0" destOrd="0" presId="urn:microsoft.com/office/officeart/2005/8/layout/hierarchy1"/>
    <dgm:cxn modelId="{B847C41C-52A6-483D-B455-55B165F9EB3C}" type="presParOf" srcId="{32AA7A31-0B41-4991-8AF4-333D6AC57C92}" destId="{CE01C981-C02D-4CFB-B8FA-16823399D7E2}" srcOrd="0" destOrd="0" presId="urn:microsoft.com/office/officeart/2005/8/layout/hierarchy1"/>
    <dgm:cxn modelId="{780D08BC-1DA3-4D44-BF35-2418E14F15C2}" type="presParOf" srcId="{32AA7A31-0B41-4991-8AF4-333D6AC57C92}" destId="{06E19E9B-4EC6-420B-A794-989B7FD49C04}" srcOrd="1" destOrd="0" presId="urn:microsoft.com/office/officeart/2005/8/layout/hierarchy1"/>
    <dgm:cxn modelId="{D2B40895-6763-4C2F-BE3D-617D877A60C2}" type="presParOf" srcId="{E8F31D3C-1DBD-4CCA-8099-9FBC3D7B7AD8}" destId="{A6C3234E-C464-447E-9941-466A08199EC4}" srcOrd="1" destOrd="0" presId="urn:microsoft.com/office/officeart/2005/8/layout/hierarchy1"/>
    <dgm:cxn modelId="{77E72A5E-AA81-49E3-892A-068D6AA47D36}" type="presParOf" srcId="{D35A8B5F-8BFA-4416-88E3-8DE30D5BCAFB}" destId="{C4182D7F-EB53-41BE-958B-94B4B3DBBF04}" srcOrd="3" destOrd="0" presId="urn:microsoft.com/office/officeart/2005/8/layout/hierarchy1"/>
    <dgm:cxn modelId="{850EBFA8-15A5-4962-92D7-E4F3DFB23CD6}" type="presParOf" srcId="{C4182D7F-EB53-41BE-958B-94B4B3DBBF04}" destId="{F8165334-21A8-480F-91DC-184BE2AE4398}" srcOrd="0" destOrd="0" presId="urn:microsoft.com/office/officeart/2005/8/layout/hierarchy1"/>
    <dgm:cxn modelId="{AD8DF478-090A-48C6-A9DB-586173B8C8BB}" type="presParOf" srcId="{F8165334-21A8-480F-91DC-184BE2AE4398}" destId="{F452AFC9-ADC9-4B04-8CB5-15542AD1C947}" srcOrd="0" destOrd="0" presId="urn:microsoft.com/office/officeart/2005/8/layout/hierarchy1"/>
    <dgm:cxn modelId="{9EF6C4F9-33FC-4453-8D76-E48096301A78}" type="presParOf" srcId="{F8165334-21A8-480F-91DC-184BE2AE4398}" destId="{66141C12-76A7-4519-A7FA-36696BE941BD}" srcOrd="1" destOrd="0" presId="urn:microsoft.com/office/officeart/2005/8/layout/hierarchy1"/>
    <dgm:cxn modelId="{CF74C211-90A5-4CCA-A1CD-D0FFBBF9B5F4}" type="presParOf" srcId="{C4182D7F-EB53-41BE-958B-94B4B3DBBF04}" destId="{812C1E84-2B70-431D-99CD-5ADFF523173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53A2B46-7F3A-4B69-853C-1C1897874A57}" type="doc">
      <dgm:prSet loTypeId="urn:microsoft.com/office/officeart/2005/8/layout/list1" loCatId="list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65CC4B4-C7B3-4CC2-82CB-FF5C8E899A53}">
      <dgm:prSet/>
      <dgm:spPr/>
      <dgm:t>
        <a:bodyPr/>
        <a:lstStyle/>
        <a:p>
          <a:r>
            <a:rPr lang="en-IN"/>
            <a:t>General public </a:t>
          </a:r>
          <a:endParaRPr lang="en-US"/>
        </a:p>
      </dgm:t>
    </dgm:pt>
    <dgm:pt modelId="{6E69F763-0490-43B3-801F-DCA0E5039DFD}" type="parTrans" cxnId="{80D2F6F2-AD27-4116-AED3-D02D9C0B0C5B}">
      <dgm:prSet/>
      <dgm:spPr/>
      <dgm:t>
        <a:bodyPr/>
        <a:lstStyle/>
        <a:p>
          <a:endParaRPr lang="en-US"/>
        </a:p>
      </dgm:t>
    </dgm:pt>
    <dgm:pt modelId="{0FEEA89B-618B-4BF3-90E0-38F8C223372F}" type="sibTrans" cxnId="{80D2F6F2-AD27-4116-AED3-D02D9C0B0C5B}">
      <dgm:prSet/>
      <dgm:spPr/>
      <dgm:t>
        <a:bodyPr/>
        <a:lstStyle/>
        <a:p>
          <a:endParaRPr lang="en-US"/>
        </a:p>
      </dgm:t>
    </dgm:pt>
    <dgm:pt modelId="{37882E1D-4322-4AF1-9630-ADB208ABA440}">
      <dgm:prSet/>
      <dgm:spPr/>
      <dgm:t>
        <a:bodyPr/>
        <a:lstStyle/>
        <a:p>
          <a:r>
            <a:rPr lang="en-IN"/>
            <a:t>Local residents in risk-prone areas </a:t>
          </a:r>
          <a:endParaRPr lang="en-US"/>
        </a:p>
      </dgm:t>
    </dgm:pt>
    <dgm:pt modelId="{2FFC9187-148C-4483-94F9-36DD34395B54}" type="parTrans" cxnId="{4012FE39-7F49-4082-B6DF-1EA59139E2A8}">
      <dgm:prSet/>
      <dgm:spPr/>
      <dgm:t>
        <a:bodyPr/>
        <a:lstStyle/>
        <a:p>
          <a:endParaRPr lang="en-US"/>
        </a:p>
      </dgm:t>
    </dgm:pt>
    <dgm:pt modelId="{00171522-0F33-4F30-8699-BCF59C3761B3}" type="sibTrans" cxnId="{4012FE39-7F49-4082-B6DF-1EA59139E2A8}">
      <dgm:prSet/>
      <dgm:spPr/>
      <dgm:t>
        <a:bodyPr/>
        <a:lstStyle/>
        <a:p>
          <a:endParaRPr lang="en-US"/>
        </a:p>
      </dgm:t>
    </dgm:pt>
    <dgm:pt modelId="{7882AB91-8506-4731-80E7-BC6603FBD743}">
      <dgm:prSet/>
      <dgm:spPr/>
      <dgm:t>
        <a:bodyPr/>
        <a:lstStyle/>
        <a:p>
          <a:r>
            <a:rPr lang="en-IN"/>
            <a:t>Disaster management authorities </a:t>
          </a:r>
          <a:endParaRPr lang="en-US"/>
        </a:p>
      </dgm:t>
    </dgm:pt>
    <dgm:pt modelId="{C1BE6336-78E8-4227-A204-C6CAA29B65F2}" type="parTrans" cxnId="{7D30188F-2DA7-4A52-8A7D-F35BDE35F9B9}">
      <dgm:prSet/>
      <dgm:spPr/>
      <dgm:t>
        <a:bodyPr/>
        <a:lstStyle/>
        <a:p>
          <a:endParaRPr lang="en-US"/>
        </a:p>
      </dgm:t>
    </dgm:pt>
    <dgm:pt modelId="{3634A01A-DF9D-4714-8552-B85E4A43B1FC}" type="sibTrans" cxnId="{7D30188F-2DA7-4A52-8A7D-F35BDE35F9B9}">
      <dgm:prSet/>
      <dgm:spPr/>
      <dgm:t>
        <a:bodyPr/>
        <a:lstStyle/>
        <a:p>
          <a:endParaRPr lang="en-US"/>
        </a:p>
      </dgm:t>
    </dgm:pt>
    <dgm:pt modelId="{C72BF0D1-9792-4014-955A-97C2DB90FF3E}">
      <dgm:prSet/>
      <dgm:spPr/>
      <dgm:t>
        <a:bodyPr/>
        <a:lstStyle/>
        <a:p>
          <a:r>
            <a:rPr lang="en-IN"/>
            <a:t>Researchers and analysts </a:t>
          </a:r>
          <a:endParaRPr lang="en-US"/>
        </a:p>
      </dgm:t>
    </dgm:pt>
    <dgm:pt modelId="{5EB3A140-93E1-4B1A-993D-FD9624825EA4}" type="parTrans" cxnId="{0C7AD201-5E90-4F27-8BB5-518B5FD01474}">
      <dgm:prSet/>
      <dgm:spPr/>
      <dgm:t>
        <a:bodyPr/>
        <a:lstStyle/>
        <a:p>
          <a:endParaRPr lang="en-US"/>
        </a:p>
      </dgm:t>
    </dgm:pt>
    <dgm:pt modelId="{37235EC6-517B-4816-9151-E9A504CEA2A0}" type="sibTrans" cxnId="{0C7AD201-5E90-4F27-8BB5-518B5FD01474}">
      <dgm:prSet/>
      <dgm:spPr/>
      <dgm:t>
        <a:bodyPr/>
        <a:lstStyle/>
        <a:p>
          <a:endParaRPr lang="en-US"/>
        </a:p>
      </dgm:t>
    </dgm:pt>
    <dgm:pt modelId="{C370ABA9-2594-4912-A4A9-E557B8F8ED92}" type="pres">
      <dgm:prSet presAssocID="{F53A2B46-7F3A-4B69-853C-1C1897874A57}" presName="linear" presStyleCnt="0">
        <dgm:presLayoutVars>
          <dgm:dir/>
          <dgm:animLvl val="lvl"/>
          <dgm:resizeHandles val="exact"/>
        </dgm:presLayoutVars>
      </dgm:prSet>
      <dgm:spPr/>
    </dgm:pt>
    <dgm:pt modelId="{9CD00C88-3364-431B-BF2B-CF33A2337464}" type="pres">
      <dgm:prSet presAssocID="{665CC4B4-C7B3-4CC2-82CB-FF5C8E899A53}" presName="parentLin" presStyleCnt="0"/>
      <dgm:spPr/>
    </dgm:pt>
    <dgm:pt modelId="{9B066B30-40C6-4165-AF35-E5CC5D02D662}" type="pres">
      <dgm:prSet presAssocID="{665CC4B4-C7B3-4CC2-82CB-FF5C8E899A53}" presName="parentLeftMargin" presStyleLbl="node1" presStyleIdx="0" presStyleCnt="4"/>
      <dgm:spPr/>
    </dgm:pt>
    <dgm:pt modelId="{F0573DF1-6812-49E4-8CAD-32A480D6B96E}" type="pres">
      <dgm:prSet presAssocID="{665CC4B4-C7B3-4CC2-82CB-FF5C8E899A5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629CDAD-FEEE-4219-8604-A1C233714582}" type="pres">
      <dgm:prSet presAssocID="{665CC4B4-C7B3-4CC2-82CB-FF5C8E899A53}" presName="negativeSpace" presStyleCnt="0"/>
      <dgm:spPr/>
    </dgm:pt>
    <dgm:pt modelId="{334BC54F-4FEE-40D6-8658-38B523F032CA}" type="pres">
      <dgm:prSet presAssocID="{665CC4B4-C7B3-4CC2-82CB-FF5C8E899A53}" presName="childText" presStyleLbl="conFgAcc1" presStyleIdx="0" presStyleCnt="4">
        <dgm:presLayoutVars>
          <dgm:bulletEnabled val="1"/>
        </dgm:presLayoutVars>
      </dgm:prSet>
      <dgm:spPr/>
    </dgm:pt>
    <dgm:pt modelId="{BE6D7911-8C6F-4842-A9E2-25DFC23B55F7}" type="pres">
      <dgm:prSet presAssocID="{0FEEA89B-618B-4BF3-90E0-38F8C223372F}" presName="spaceBetweenRectangles" presStyleCnt="0"/>
      <dgm:spPr/>
    </dgm:pt>
    <dgm:pt modelId="{BD8A6C02-F645-4B43-8ECD-173E0501B2CB}" type="pres">
      <dgm:prSet presAssocID="{37882E1D-4322-4AF1-9630-ADB208ABA440}" presName="parentLin" presStyleCnt="0"/>
      <dgm:spPr/>
    </dgm:pt>
    <dgm:pt modelId="{CA7727B1-D492-454B-B983-B3B17AE646EE}" type="pres">
      <dgm:prSet presAssocID="{37882E1D-4322-4AF1-9630-ADB208ABA440}" presName="parentLeftMargin" presStyleLbl="node1" presStyleIdx="0" presStyleCnt="4"/>
      <dgm:spPr/>
    </dgm:pt>
    <dgm:pt modelId="{D4965E19-EC87-4A7A-A90C-CC56C557A897}" type="pres">
      <dgm:prSet presAssocID="{37882E1D-4322-4AF1-9630-ADB208ABA44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0AC3E81-6EA1-444C-928A-D6D73AFED139}" type="pres">
      <dgm:prSet presAssocID="{37882E1D-4322-4AF1-9630-ADB208ABA440}" presName="negativeSpace" presStyleCnt="0"/>
      <dgm:spPr/>
    </dgm:pt>
    <dgm:pt modelId="{CF1ECFBB-6A37-43B7-9F4F-B46A9EE44D50}" type="pres">
      <dgm:prSet presAssocID="{37882E1D-4322-4AF1-9630-ADB208ABA440}" presName="childText" presStyleLbl="conFgAcc1" presStyleIdx="1" presStyleCnt="4">
        <dgm:presLayoutVars>
          <dgm:bulletEnabled val="1"/>
        </dgm:presLayoutVars>
      </dgm:prSet>
      <dgm:spPr/>
    </dgm:pt>
    <dgm:pt modelId="{188E0BD6-504B-4B6E-9A7E-7EC90FB38C60}" type="pres">
      <dgm:prSet presAssocID="{00171522-0F33-4F30-8699-BCF59C3761B3}" presName="spaceBetweenRectangles" presStyleCnt="0"/>
      <dgm:spPr/>
    </dgm:pt>
    <dgm:pt modelId="{DBA1F96D-E6E0-4F70-A4FD-E8775B35B8E0}" type="pres">
      <dgm:prSet presAssocID="{7882AB91-8506-4731-80E7-BC6603FBD743}" presName="parentLin" presStyleCnt="0"/>
      <dgm:spPr/>
    </dgm:pt>
    <dgm:pt modelId="{FA26ABB8-CFA9-4A03-A1E4-F86A309817AC}" type="pres">
      <dgm:prSet presAssocID="{7882AB91-8506-4731-80E7-BC6603FBD743}" presName="parentLeftMargin" presStyleLbl="node1" presStyleIdx="1" presStyleCnt="4"/>
      <dgm:spPr/>
    </dgm:pt>
    <dgm:pt modelId="{AD106673-364A-468F-81DF-60D10E56E294}" type="pres">
      <dgm:prSet presAssocID="{7882AB91-8506-4731-80E7-BC6603FBD74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713D080-A522-4332-9A88-0D3818010864}" type="pres">
      <dgm:prSet presAssocID="{7882AB91-8506-4731-80E7-BC6603FBD743}" presName="negativeSpace" presStyleCnt="0"/>
      <dgm:spPr/>
    </dgm:pt>
    <dgm:pt modelId="{689E77F9-47F3-40AE-8CD0-8A2541F05650}" type="pres">
      <dgm:prSet presAssocID="{7882AB91-8506-4731-80E7-BC6603FBD743}" presName="childText" presStyleLbl="conFgAcc1" presStyleIdx="2" presStyleCnt="4">
        <dgm:presLayoutVars>
          <dgm:bulletEnabled val="1"/>
        </dgm:presLayoutVars>
      </dgm:prSet>
      <dgm:spPr/>
    </dgm:pt>
    <dgm:pt modelId="{63E9E1CA-CFA7-4AAF-8F7C-DC741B7232F5}" type="pres">
      <dgm:prSet presAssocID="{3634A01A-DF9D-4714-8552-B85E4A43B1FC}" presName="spaceBetweenRectangles" presStyleCnt="0"/>
      <dgm:spPr/>
    </dgm:pt>
    <dgm:pt modelId="{5CB63B9F-0A0E-45B0-8E5E-9EA53184D68A}" type="pres">
      <dgm:prSet presAssocID="{C72BF0D1-9792-4014-955A-97C2DB90FF3E}" presName="parentLin" presStyleCnt="0"/>
      <dgm:spPr/>
    </dgm:pt>
    <dgm:pt modelId="{8007525C-558C-4184-9414-BE37C2372028}" type="pres">
      <dgm:prSet presAssocID="{C72BF0D1-9792-4014-955A-97C2DB90FF3E}" presName="parentLeftMargin" presStyleLbl="node1" presStyleIdx="2" presStyleCnt="4"/>
      <dgm:spPr/>
    </dgm:pt>
    <dgm:pt modelId="{C2CEF5EB-DAF3-4BAE-967B-5BE2EEE75A5D}" type="pres">
      <dgm:prSet presAssocID="{C72BF0D1-9792-4014-955A-97C2DB90FF3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D201A0B-A8A3-41C0-A03F-0D9474F1B76C}" type="pres">
      <dgm:prSet presAssocID="{C72BF0D1-9792-4014-955A-97C2DB90FF3E}" presName="negativeSpace" presStyleCnt="0"/>
      <dgm:spPr/>
    </dgm:pt>
    <dgm:pt modelId="{629A2C28-C206-40BB-BDDB-3D49547BCF49}" type="pres">
      <dgm:prSet presAssocID="{C72BF0D1-9792-4014-955A-97C2DB90FF3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C7AD201-5E90-4F27-8BB5-518B5FD01474}" srcId="{F53A2B46-7F3A-4B69-853C-1C1897874A57}" destId="{C72BF0D1-9792-4014-955A-97C2DB90FF3E}" srcOrd="3" destOrd="0" parTransId="{5EB3A140-93E1-4B1A-993D-FD9624825EA4}" sibTransId="{37235EC6-517B-4816-9151-E9A504CEA2A0}"/>
    <dgm:cxn modelId="{C0E29D22-6A5B-4E39-B1BC-5EAE3B985F34}" type="presOf" srcId="{7882AB91-8506-4731-80E7-BC6603FBD743}" destId="{FA26ABB8-CFA9-4A03-A1E4-F86A309817AC}" srcOrd="0" destOrd="0" presId="urn:microsoft.com/office/officeart/2005/8/layout/list1"/>
    <dgm:cxn modelId="{4012FE39-7F49-4082-B6DF-1EA59139E2A8}" srcId="{F53A2B46-7F3A-4B69-853C-1C1897874A57}" destId="{37882E1D-4322-4AF1-9630-ADB208ABA440}" srcOrd="1" destOrd="0" parTransId="{2FFC9187-148C-4483-94F9-36DD34395B54}" sibTransId="{00171522-0F33-4F30-8699-BCF59C3761B3}"/>
    <dgm:cxn modelId="{8FAAE43A-BF70-4B42-B7ED-36BFF734AE9A}" type="presOf" srcId="{C72BF0D1-9792-4014-955A-97C2DB90FF3E}" destId="{C2CEF5EB-DAF3-4BAE-967B-5BE2EEE75A5D}" srcOrd="1" destOrd="0" presId="urn:microsoft.com/office/officeart/2005/8/layout/list1"/>
    <dgm:cxn modelId="{7FDC5869-654A-40DC-841A-AF60412A7930}" type="presOf" srcId="{665CC4B4-C7B3-4CC2-82CB-FF5C8E899A53}" destId="{9B066B30-40C6-4165-AF35-E5CC5D02D662}" srcOrd="0" destOrd="0" presId="urn:microsoft.com/office/officeart/2005/8/layout/list1"/>
    <dgm:cxn modelId="{47CE854A-7CD0-4736-87FB-69E192D07603}" type="presOf" srcId="{37882E1D-4322-4AF1-9630-ADB208ABA440}" destId="{CA7727B1-D492-454B-B983-B3B17AE646EE}" srcOrd="0" destOrd="0" presId="urn:microsoft.com/office/officeart/2005/8/layout/list1"/>
    <dgm:cxn modelId="{1EA7424D-5183-429F-8325-74E4F3E6D1E3}" type="presOf" srcId="{C72BF0D1-9792-4014-955A-97C2DB90FF3E}" destId="{8007525C-558C-4184-9414-BE37C2372028}" srcOrd="0" destOrd="0" presId="urn:microsoft.com/office/officeart/2005/8/layout/list1"/>
    <dgm:cxn modelId="{0396A17F-941F-43F2-9D85-A02FC0702FCB}" type="presOf" srcId="{F53A2B46-7F3A-4B69-853C-1C1897874A57}" destId="{C370ABA9-2594-4912-A4A9-E557B8F8ED92}" srcOrd="0" destOrd="0" presId="urn:microsoft.com/office/officeart/2005/8/layout/list1"/>
    <dgm:cxn modelId="{7D30188F-2DA7-4A52-8A7D-F35BDE35F9B9}" srcId="{F53A2B46-7F3A-4B69-853C-1C1897874A57}" destId="{7882AB91-8506-4731-80E7-BC6603FBD743}" srcOrd="2" destOrd="0" parTransId="{C1BE6336-78E8-4227-A204-C6CAA29B65F2}" sibTransId="{3634A01A-DF9D-4714-8552-B85E4A43B1FC}"/>
    <dgm:cxn modelId="{CCFD9392-20D7-4C11-A3DE-399CA3F04AF6}" type="presOf" srcId="{37882E1D-4322-4AF1-9630-ADB208ABA440}" destId="{D4965E19-EC87-4A7A-A90C-CC56C557A897}" srcOrd="1" destOrd="0" presId="urn:microsoft.com/office/officeart/2005/8/layout/list1"/>
    <dgm:cxn modelId="{67B0BEBC-14B6-4CFB-8E4D-E9B2C27EB4E5}" type="presOf" srcId="{7882AB91-8506-4731-80E7-BC6603FBD743}" destId="{AD106673-364A-468F-81DF-60D10E56E294}" srcOrd="1" destOrd="0" presId="urn:microsoft.com/office/officeart/2005/8/layout/list1"/>
    <dgm:cxn modelId="{514C32E9-06CF-4F6D-9056-5151131A41DE}" type="presOf" srcId="{665CC4B4-C7B3-4CC2-82CB-FF5C8E899A53}" destId="{F0573DF1-6812-49E4-8CAD-32A480D6B96E}" srcOrd="1" destOrd="0" presId="urn:microsoft.com/office/officeart/2005/8/layout/list1"/>
    <dgm:cxn modelId="{80D2F6F2-AD27-4116-AED3-D02D9C0B0C5B}" srcId="{F53A2B46-7F3A-4B69-853C-1C1897874A57}" destId="{665CC4B4-C7B3-4CC2-82CB-FF5C8E899A53}" srcOrd="0" destOrd="0" parTransId="{6E69F763-0490-43B3-801F-DCA0E5039DFD}" sibTransId="{0FEEA89B-618B-4BF3-90E0-38F8C223372F}"/>
    <dgm:cxn modelId="{391B34CF-863C-4D69-91A3-B623E7BF58BC}" type="presParOf" srcId="{C370ABA9-2594-4912-A4A9-E557B8F8ED92}" destId="{9CD00C88-3364-431B-BF2B-CF33A2337464}" srcOrd="0" destOrd="0" presId="urn:microsoft.com/office/officeart/2005/8/layout/list1"/>
    <dgm:cxn modelId="{CF6360EC-A720-463D-994A-5671585EBA7F}" type="presParOf" srcId="{9CD00C88-3364-431B-BF2B-CF33A2337464}" destId="{9B066B30-40C6-4165-AF35-E5CC5D02D662}" srcOrd="0" destOrd="0" presId="urn:microsoft.com/office/officeart/2005/8/layout/list1"/>
    <dgm:cxn modelId="{2D6DCFA5-4555-4F2E-B9F5-2E9765BCE8ED}" type="presParOf" srcId="{9CD00C88-3364-431B-BF2B-CF33A2337464}" destId="{F0573DF1-6812-49E4-8CAD-32A480D6B96E}" srcOrd="1" destOrd="0" presId="urn:microsoft.com/office/officeart/2005/8/layout/list1"/>
    <dgm:cxn modelId="{8105DFF1-7980-4F22-8446-7E159E55A827}" type="presParOf" srcId="{C370ABA9-2594-4912-A4A9-E557B8F8ED92}" destId="{5629CDAD-FEEE-4219-8604-A1C233714582}" srcOrd="1" destOrd="0" presId="urn:microsoft.com/office/officeart/2005/8/layout/list1"/>
    <dgm:cxn modelId="{6B688A2F-8D8F-4C62-9C1C-15AAB62C310C}" type="presParOf" srcId="{C370ABA9-2594-4912-A4A9-E557B8F8ED92}" destId="{334BC54F-4FEE-40D6-8658-38B523F032CA}" srcOrd="2" destOrd="0" presId="urn:microsoft.com/office/officeart/2005/8/layout/list1"/>
    <dgm:cxn modelId="{5CB830CC-313D-4114-A090-1130AB6DFE39}" type="presParOf" srcId="{C370ABA9-2594-4912-A4A9-E557B8F8ED92}" destId="{BE6D7911-8C6F-4842-A9E2-25DFC23B55F7}" srcOrd="3" destOrd="0" presId="urn:microsoft.com/office/officeart/2005/8/layout/list1"/>
    <dgm:cxn modelId="{C56F01CF-EEE5-4CF1-B730-3EDF423C3A7F}" type="presParOf" srcId="{C370ABA9-2594-4912-A4A9-E557B8F8ED92}" destId="{BD8A6C02-F645-4B43-8ECD-173E0501B2CB}" srcOrd="4" destOrd="0" presId="urn:microsoft.com/office/officeart/2005/8/layout/list1"/>
    <dgm:cxn modelId="{00555407-56D1-4FF6-9B4F-7C5B83DAFB3C}" type="presParOf" srcId="{BD8A6C02-F645-4B43-8ECD-173E0501B2CB}" destId="{CA7727B1-D492-454B-B983-B3B17AE646EE}" srcOrd="0" destOrd="0" presId="urn:microsoft.com/office/officeart/2005/8/layout/list1"/>
    <dgm:cxn modelId="{8B3793C2-3567-4D4C-AB28-9942AD3FB0CE}" type="presParOf" srcId="{BD8A6C02-F645-4B43-8ECD-173E0501B2CB}" destId="{D4965E19-EC87-4A7A-A90C-CC56C557A897}" srcOrd="1" destOrd="0" presId="urn:microsoft.com/office/officeart/2005/8/layout/list1"/>
    <dgm:cxn modelId="{79FE8A91-F81E-43F5-9493-B22CF6EA627F}" type="presParOf" srcId="{C370ABA9-2594-4912-A4A9-E557B8F8ED92}" destId="{00AC3E81-6EA1-444C-928A-D6D73AFED139}" srcOrd="5" destOrd="0" presId="urn:microsoft.com/office/officeart/2005/8/layout/list1"/>
    <dgm:cxn modelId="{8077A8E3-0DE7-4F19-B51F-3E79E9A1AF33}" type="presParOf" srcId="{C370ABA9-2594-4912-A4A9-E557B8F8ED92}" destId="{CF1ECFBB-6A37-43B7-9F4F-B46A9EE44D50}" srcOrd="6" destOrd="0" presId="urn:microsoft.com/office/officeart/2005/8/layout/list1"/>
    <dgm:cxn modelId="{96BA34B7-332E-4DFB-9837-EB03C66382AE}" type="presParOf" srcId="{C370ABA9-2594-4912-A4A9-E557B8F8ED92}" destId="{188E0BD6-504B-4B6E-9A7E-7EC90FB38C60}" srcOrd="7" destOrd="0" presId="urn:microsoft.com/office/officeart/2005/8/layout/list1"/>
    <dgm:cxn modelId="{D482C795-30B6-4E09-A626-D919CD8BEAAB}" type="presParOf" srcId="{C370ABA9-2594-4912-A4A9-E557B8F8ED92}" destId="{DBA1F96D-E6E0-4F70-A4FD-E8775B35B8E0}" srcOrd="8" destOrd="0" presId="urn:microsoft.com/office/officeart/2005/8/layout/list1"/>
    <dgm:cxn modelId="{FB9EE458-603A-483D-B5AE-7590AC047198}" type="presParOf" srcId="{DBA1F96D-E6E0-4F70-A4FD-E8775B35B8E0}" destId="{FA26ABB8-CFA9-4A03-A1E4-F86A309817AC}" srcOrd="0" destOrd="0" presId="urn:microsoft.com/office/officeart/2005/8/layout/list1"/>
    <dgm:cxn modelId="{911A9716-ADDE-4B9E-AF59-5F4A957A7F0F}" type="presParOf" srcId="{DBA1F96D-E6E0-4F70-A4FD-E8775B35B8E0}" destId="{AD106673-364A-468F-81DF-60D10E56E294}" srcOrd="1" destOrd="0" presId="urn:microsoft.com/office/officeart/2005/8/layout/list1"/>
    <dgm:cxn modelId="{4A7A084C-225B-4572-9F1D-CBF4119747D8}" type="presParOf" srcId="{C370ABA9-2594-4912-A4A9-E557B8F8ED92}" destId="{6713D080-A522-4332-9A88-0D3818010864}" srcOrd="9" destOrd="0" presId="urn:microsoft.com/office/officeart/2005/8/layout/list1"/>
    <dgm:cxn modelId="{C62A5920-8815-4585-A5AD-39ECF19230F7}" type="presParOf" srcId="{C370ABA9-2594-4912-A4A9-E557B8F8ED92}" destId="{689E77F9-47F3-40AE-8CD0-8A2541F05650}" srcOrd="10" destOrd="0" presId="urn:microsoft.com/office/officeart/2005/8/layout/list1"/>
    <dgm:cxn modelId="{F7239F61-AF6A-4225-8D56-031791DDBA10}" type="presParOf" srcId="{C370ABA9-2594-4912-A4A9-E557B8F8ED92}" destId="{63E9E1CA-CFA7-4AAF-8F7C-DC741B7232F5}" srcOrd="11" destOrd="0" presId="urn:microsoft.com/office/officeart/2005/8/layout/list1"/>
    <dgm:cxn modelId="{722119CE-6C34-420F-97C2-E807124FF2A1}" type="presParOf" srcId="{C370ABA9-2594-4912-A4A9-E557B8F8ED92}" destId="{5CB63B9F-0A0E-45B0-8E5E-9EA53184D68A}" srcOrd="12" destOrd="0" presId="urn:microsoft.com/office/officeart/2005/8/layout/list1"/>
    <dgm:cxn modelId="{90CA1E0E-4E16-4F1F-8FF0-396D6FD79F77}" type="presParOf" srcId="{5CB63B9F-0A0E-45B0-8E5E-9EA53184D68A}" destId="{8007525C-558C-4184-9414-BE37C2372028}" srcOrd="0" destOrd="0" presId="urn:microsoft.com/office/officeart/2005/8/layout/list1"/>
    <dgm:cxn modelId="{34D71DFE-115E-40D4-B584-849BDA47BA30}" type="presParOf" srcId="{5CB63B9F-0A0E-45B0-8E5E-9EA53184D68A}" destId="{C2CEF5EB-DAF3-4BAE-967B-5BE2EEE75A5D}" srcOrd="1" destOrd="0" presId="urn:microsoft.com/office/officeart/2005/8/layout/list1"/>
    <dgm:cxn modelId="{634D9A67-2354-4D9F-9349-FF427259BF9A}" type="presParOf" srcId="{C370ABA9-2594-4912-A4A9-E557B8F8ED92}" destId="{5D201A0B-A8A3-41C0-A03F-0D9474F1B76C}" srcOrd="13" destOrd="0" presId="urn:microsoft.com/office/officeart/2005/8/layout/list1"/>
    <dgm:cxn modelId="{E2B865EA-15C8-42A0-8B56-CB75B22173D8}" type="presParOf" srcId="{C370ABA9-2594-4912-A4A9-E557B8F8ED92}" destId="{629A2C28-C206-40BB-BDDB-3D49547BCF4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0D4FF51-EF51-4E46-A9ED-CABBB9014F8D}" type="doc">
      <dgm:prSet loTypeId="urn:microsoft.com/office/officeart/2008/layout/LinedList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055CE838-9722-4A2B-9FC7-75316D3C7E7B}">
      <dgm:prSet/>
      <dgm:spPr/>
      <dgm:t>
        <a:bodyPr/>
        <a:lstStyle/>
        <a:p>
          <a:r>
            <a:rPr lang="en-IN"/>
            <a:t>User registration and authentication </a:t>
          </a:r>
          <a:endParaRPr lang="en-US"/>
        </a:p>
      </dgm:t>
    </dgm:pt>
    <dgm:pt modelId="{77CB6194-0DD2-4DA1-83C4-8FF862E9820B}" type="parTrans" cxnId="{1B8757A7-7528-4057-959E-F62D18758AF7}">
      <dgm:prSet/>
      <dgm:spPr/>
      <dgm:t>
        <a:bodyPr/>
        <a:lstStyle/>
        <a:p>
          <a:endParaRPr lang="en-US"/>
        </a:p>
      </dgm:t>
    </dgm:pt>
    <dgm:pt modelId="{5658D56F-0DDB-493F-BAEE-4E786C5F1689}" type="sibTrans" cxnId="{1B8757A7-7528-4057-959E-F62D18758AF7}">
      <dgm:prSet/>
      <dgm:spPr/>
      <dgm:t>
        <a:bodyPr/>
        <a:lstStyle/>
        <a:p>
          <a:endParaRPr lang="en-US"/>
        </a:p>
      </dgm:t>
    </dgm:pt>
    <dgm:pt modelId="{17DD9C8E-FE99-4D5D-B8DC-2D30EFE6E881}">
      <dgm:prSet/>
      <dgm:spPr/>
      <dgm:t>
        <a:bodyPr/>
        <a:lstStyle/>
        <a:p>
          <a:r>
            <a:rPr lang="en-IN"/>
            <a:t>Fetch and store weather data </a:t>
          </a:r>
          <a:endParaRPr lang="en-US"/>
        </a:p>
      </dgm:t>
    </dgm:pt>
    <dgm:pt modelId="{68291A38-DCDA-4F42-9E52-907FC104DF99}" type="parTrans" cxnId="{AFF27D72-C309-4DD8-A8FF-52CB5A068F25}">
      <dgm:prSet/>
      <dgm:spPr/>
      <dgm:t>
        <a:bodyPr/>
        <a:lstStyle/>
        <a:p>
          <a:endParaRPr lang="en-US"/>
        </a:p>
      </dgm:t>
    </dgm:pt>
    <dgm:pt modelId="{F1EA2802-DB97-4D48-A126-8BE5CBD69C33}" type="sibTrans" cxnId="{AFF27D72-C309-4DD8-A8FF-52CB5A068F25}">
      <dgm:prSet/>
      <dgm:spPr/>
      <dgm:t>
        <a:bodyPr/>
        <a:lstStyle/>
        <a:p>
          <a:endParaRPr lang="en-US"/>
        </a:p>
      </dgm:t>
    </dgm:pt>
    <dgm:pt modelId="{E739DF14-B8B5-4A80-8324-D26195397980}">
      <dgm:prSet/>
      <dgm:spPr/>
      <dgm:t>
        <a:bodyPr/>
        <a:lstStyle/>
        <a:p>
          <a:r>
            <a:rPr lang="en-IN"/>
            <a:t>Perform risk analysis using multiple parameters </a:t>
          </a:r>
          <a:endParaRPr lang="en-US"/>
        </a:p>
      </dgm:t>
    </dgm:pt>
    <dgm:pt modelId="{792365DB-53D2-4AD8-B9E4-90FD27D2B7E1}" type="parTrans" cxnId="{EFEC99CA-D4FA-46E6-B2AB-BA1EEC35D86F}">
      <dgm:prSet/>
      <dgm:spPr/>
      <dgm:t>
        <a:bodyPr/>
        <a:lstStyle/>
        <a:p>
          <a:endParaRPr lang="en-US"/>
        </a:p>
      </dgm:t>
    </dgm:pt>
    <dgm:pt modelId="{DFAD73C7-C500-4D5A-8A44-0EA3E63BB2C8}" type="sibTrans" cxnId="{EFEC99CA-D4FA-46E6-B2AB-BA1EEC35D86F}">
      <dgm:prSet/>
      <dgm:spPr/>
      <dgm:t>
        <a:bodyPr/>
        <a:lstStyle/>
        <a:p>
          <a:endParaRPr lang="en-US"/>
        </a:p>
      </dgm:t>
    </dgm:pt>
    <dgm:pt modelId="{BD126202-5B2A-4C09-AE78-4531E1388A46}">
      <dgm:prSet/>
      <dgm:spPr/>
      <dgm:t>
        <a:bodyPr/>
        <a:lstStyle/>
        <a:p>
          <a:r>
            <a:rPr lang="en-IN"/>
            <a:t>Classify risk levels (Low / Medium / High) </a:t>
          </a:r>
          <a:endParaRPr lang="en-US"/>
        </a:p>
      </dgm:t>
    </dgm:pt>
    <dgm:pt modelId="{D54C02AE-7564-41D7-9409-8348089F3686}" type="parTrans" cxnId="{10C4A601-2CE2-452A-9F7F-0EB40AD24255}">
      <dgm:prSet/>
      <dgm:spPr/>
      <dgm:t>
        <a:bodyPr/>
        <a:lstStyle/>
        <a:p>
          <a:endParaRPr lang="en-US"/>
        </a:p>
      </dgm:t>
    </dgm:pt>
    <dgm:pt modelId="{081ACE51-CC1D-4257-BBD1-9782128B894B}" type="sibTrans" cxnId="{10C4A601-2CE2-452A-9F7F-0EB40AD24255}">
      <dgm:prSet/>
      <dgm:spPr/>
      <dgm:t>
        <a:bodyPr/>
        <a:lstStyle/>
        <a:p>
          <a:endParaRPr lang="en-US"/>
        </a:p>
      </dgm:t>
    </dgm:pt>
    <dgm:pt modelId="{182E6D92-583E-46E4-A58E-1CBE1611D107}">
      <dgm:prSet/>
      <dgm:spPr/>
      <dgm:t>
        <a:bodyPr/>
        <a:lstStyle/>
        <a:p>
          <a:r>
            <a:rPr lang="en-IN"/>
            <a:t>Generate and display alerts </a:t>
          </a:r>
          <a:endParaRPr lang="en-US"/>
        </a:p>
      </dgm:t>
    </dgm:pt>
    <dgm:pt modelId="{72A8E99B-D9D8-4263-BA1D-FCA35B077ECA}" type="parTrans" cxnId="{31DF0CE2-25F3-4787-9788-5D73CD0F7449}">
      <dgm:prSet/>
      <dgm:spPr/>
      <dgm:t>
        <a:bodyPr/>
        <a:lstStyle/>
        <a:p>
          <a:endParaRPr lang="en-US"/>
        </a:p>
      </dgm:t>
    </dgm:pt>
    <dgm:pt modelId="{F85F9160-51AB-4489-93A8-3B1DA88F54CB}" type="sibTrans" cxnId="{31DF0CE2-25F3-4787-9788-5D73CD0F7449}">
      <dgm:prSet/>
      <dgm:spPr/>
      <dgm:t>
        <a:bodyPr/>
        <a:lstStyle/>
        <a:p>
          <a:endParaRPr lang="en-US"/>
        </a:p>
      </dgm:t>
    </dgm:pt>
    <dgm:pt modelId="{44C97798-4273-4AE9-BB38-FB2983278263}">
      <dgm:prSet/>
      <dgm:spPr/>
      <dgm:t>
        <a:bodyPr/>
        <a:lstStyle/>
        <a:p>
          <a:r>
            <a:rPr lang="en-IN"/>
            <a:t>Provide emergency preparedness recommendations </a:t>
          </a:r>
          <a:endParaRPr lang="en-US"/>
        </a:p>
      </dgm:t>
    </dgm:pt>
    <dgm:pt modelId="{FFB54E44-CD3E-4A6A-8621-26416BD8149C}" type="parTrans" cxnId="{F2C8E72E-DE1C-412C-8103-824F05692740}">
      <dgm:prSet/>
      <dgm:spPr/>
      <dgm:t>
        <a:bodyPr/>
        <a:lstStyle/>
        <a:p>
          <a:endParaRPr lang="en-US"/>
        </a:p>
      </dgm:t>
    </dgm:pt>
    <dgm:pt modelId="{61C9B5FD-171F-4EA9-B8B5-62160623DB11}" type="sibTrans" cxnId="{F2C8E72E-DE1C-412C-8103-824F05692740}">
      <dgm:prSet/>
      <dgm:spPr/>
      <dgm:t>
        <a:bodyPr/>
        <a:lstStyle/>
        <a:p>
          <a:endParaRPr lang="en-US"/>
        </a:p>
      </dgm:t>
    </dgm:pt>
    <dgm:pt modelId="{3AC77A28-0948-4E38-ADFF-1872C9649D67}">
      <dgm:prSet/>
      <dgm:spPr/>
      <dgm:t>
        <a:bodyPr/>
        <a:lstStyle/>
        <a:p>
          <a:r>
            <a:rPr lang="en-IN"/>
            <a:t>Store and manage historical data </a:t>
          </a:r>
          <a:endParaRPr lang="en-US"/>
        </a:p>
      </dgm:t>
    </dgm:pt>
    <dgm:pt modelId="{E983B43A-BE96-40E0-848A-3B3C90A58309}" type="parTrans" cxnId="{0AB2EF67-0CB8-4A89-8E1A-F6906E7FC30F}">
      <dgm:prSet/>
      <dgm:spPr/>
      <dgm:t>
        <a:bodyPr/>
        <a:lstStyle/>
        <a:p>
          <a:endParaRPr lang="en-US"/>
        </a:p>
      </dgm:t>
    </dgm:pt>
    <dgm:pt modelId="{3F8DA6FC-E97F-4C40-9F91-170855BC0D13}" type="sibTrans" cxnId="{0AB2EF67-0CB8-4A89-8E1A-F6906E7FC30F}">
      <dgm:prSet/>
      <dgm:spPr/>
      <dgm:t>
        <a:bodyPr/>
        <a:lstStyle/>
        <a:p>
          <a:endParaRPr lang="en-US"/>
        </a:p>
      </dgm:t>
    </dgm:pt>
    <dgm:pt modelId="{0047EF51-57D0-4A86-A631-F709B27754AC}" type="pres">
      <dgm:prSet presAssocID="{30D4FF51-EF51-4E46-A9ED-CABBB9014F8D}" presName="vert0" presStyleCnt="0">
        <dgm:presLayoutVars>
          <dgm:dir/>
          <dgm:animOne val="branch"/>
          <dgm:animLvl val="lvl"/>
        </dgm:presLayoutVars>
      </dgm:prSet>
      <dgm:spPr/>
    </dgm:pt>
    <dgm:pt modelId="{9B6B3186-0319-4295-A1C5-7CE660A93725}" type="pres">
      <dgm:prSet presAssocID="{055CE838-9722-4A2B-9FC7-75316D3C7E7B}" presName="thickLine" presStyleLbl="alignNode1" presStyleIdx="0" presStyleCnt="7"/>
      <dgm:spPr/>
    </dgm:pt>
    <dgm:pt modelId="{7E10B698-2A96-4F97-A7F0-EEC8A5B3D3EA}" type="pres">
      <dgm:prSet presAssocID="{055CE838-9722-4A2B-9FC7-75316D3C7E7B}" presName="horz1" presStyleCnt="0"/>
      <dgm:spPr/>
    </dgm:pt>
    <dgm:pt modelId="{4693C191-C037-4AC4-81B1-1FB5473BF335}" type="pres">
      <dgm:prSet presAssocID="{055CE838-9722-4A2B-9FC7-75316D3C7E7B}" presName="tx1" presStyleLbl="revTx" presStyleIdx="0" presStyleCnt="7"/>
      <dgm:spPr/>
    </dgm:pt>
    <dgm:pt modelId="{E9DC4FE6-CE10-4CC9-BD76-970CAFF6A3BC}" type="pres">
      <dgm:prSet presAssocID="{055CE838-9722-4A2B-9FC7-75316D3C7E7B}" presName="vert1" presStyleCnt="0"/>
      <dgm:spPr/>
    </dgm:pt>
    <dgm:pt modelId="{FAE379DC-06F6-4AD7-9EB3-955F796A02C3}" type="pres">
      <dgm:prSet presAssocID="{17DD9C8E-FE99-4D5D-B8DC-2D30EFE6E881}" presName="thickLine" presStyleLbl="alignNode1" presStyleIdx="1" presStyleCnt="7"/>
      <dgm:spPr/>
    </dgm:pt>
    <dgm:pt modelId="{066D51E3-B3CF-4E3C-8FA6-C5D7AE6F1E97}" type="pres">
      <dgm:prSet presAssocID="{17DD9C8E-FE99-4D5D-B8DC-2D30EFE6E881}" presName="horz1" presStyleCnt="0"/>
      <dgm:spPr/>
    </dgm:pt>
    <dgm:pt modelId="{8A700A7E-2187-410D-B801-24F674E962CD}" type="pres">
      <dgm:prSet presAssocID="{17DD9C8E-FE99-4D5D-B8DC-2D30EFE6E881}" presName="tx1" presStyleLbl="revTx" presStyleIdx="1" presStyleCnt="7"/>
      <dgm:spPr/>
    </dgm:pt>
    <dgm:pt modelId="{9EC4257B-AB98-4561-B8B1-EA4971B18E98}" type="pres">
      <dgm:prSet presAssocID="{17DD9C8E-FE99-4D5D-B8DC-2D30EFE6E881}" presName="vert1" presStyleCnt="0"/>
      <dgm:spPr/>
    </dgm:pt>
    <dgm:pt modelId="{0CD6472B-22F3-4366-BB82-41F65D5BEE53}" type="pres">
      <dgm:prSet presAssocID="{E739DF14-B8B5-4A80-8324-D26195397980}" presName="thickLine" presStyleLbl="alignNode1" presStyleIdx="2" presStyleCnt="7"/>
      <dgm:spPr/>
    </dgm:pt>
    <dgm:pt modelId="{ADE86BF7-2247-46F3-8BE4-1E1F7FE8B95A}" type="pres">
      <dgm:prSet presAssocID="{E739DF14-B8B5-4A80-8324-D26195397980}" presName="horz1" presStyleCnt="0"/>
      <dgm:spPr/>
    </dgm:pt>
    <dgm:pt modelId="{642F26A2-1046-4257-BC21-D8E4CE517E27}" type="pres">
      <dgm:prSet presAssocID="{E739DF14-B8B5-4A80-8324-D26195397980}" presName="tx1" presStyleLbl="revTx" presStyleIdx="2" presStyleCnt="7"/>
      <dgm:spPr/>
    </dgm:pt>
    <dgm:pt modelId="{C0DDB0C3-881C-4882-9DF4-2B7737737D41}" type="pres">
      <dgm:prSet presAssocID="{E739DF14-B8B5-4A80-8324-D26195397980}" presName="vert1" presStyleCnt="0"/>
      <dgm:spPr/>
    </dgm:pt>
    <dgm:pt modelId="{D197AF03-5B02-4CB7-B7BB-853FE51F0AA0}" type="pres">
      <dgm:prSet presAssocID="{BD126202-5B2A-4C09-AE78-4531E1388A46}" presName="thickLine" presStyleLbl="alignNode1" presStyleIdx="3" presStyleCnt="7"/>
      <dgm:spPr/>
    </dgm:pt>
    <dgm:pt modelId="{6DC32B5E-6BAD-45E4-ADBD-99AF99AD75E0}" type="pres">
      <dgm:prSet presAssocID="{BD126202-5B2A-4C09-AE78-4531E1388A46}" presName="horz1" presStyleCnt="0"/>
      <dgm:spPr/>
    </dgm:pt>
    <dgm:pt modelId="{60882F4D-4BB9-42E3-B384-14D19274418E}" type="pres">
      <dgm:prSet presAssocID="{BD126202-5B2A-4C09-AE78-4531E1388A46}" presName="tx1" presStyleLbl="revTx" presStyleIdx="3" presStyleCnt="7"/>
      <dgm:spPr/>
    </dgm:pt>
    <dgm:pt modelId="{6B0CF954-9346-4CEC-92BD-6A6B0121390D}" type="pres">
      <dgm:prSet presAssocID="{BD126202-5B2A-4C09-AE78-4531E1388A46}" presName="vert1" presStyleCnt="0"/>
      <dgm:spPr/>
    </dgm:pt>
    <dgm:pt modelId="{BB396C2E-6D03-48F8-A525-6BCA3EE08DD3}" type="pres">
      <dgm:prSet presAssocID="{182E6D92-583E-46E4-A58E-1CBE1611D107}" presName="thickLine" presStyleLbl="alignNode1" presStyleIdx="4" presStyleCnt="7"/>
      <dgm:spPr/>
    </dgm:pt>
    <dgm:pt modelId="{A06C15F9-CC18-4342-B75D-F4E533E650E7}" type="pres">
      <dgm:prSet presAssocID="{182E6D92-583E-46E4-A58E-1CBE1611D107}" presName="horz1" presStyleCnt="0"/>
      <dgm:spPr/>
    </dgm:pt>
    <dgm:pt modelId="{7B160EE9-9B99-4B87-8D91-5A78A56D076A}" type="pres">
      <dgm:prSet presAssocID="{182E6D92-583E-46E4-A58E-1CBE1611D107}" presName="tx1" presStyleLbl="revTx" presStyleIdx="4" presStyleCnt="7"/>
      <dgm:spPr/>
    </dgm:pt>
    <dgm:pt modelId="{F0013F7D-657F-45AE-845B-9972C87E9081}" type="pres">
      <dgm:prSet presAssocID="{182E6D92-583E-46E4-A58E-1CBE1611D107}" presName="vert1" presStyleCnt="0"/>
      <dgm:spPr/>
    </dgm:pt>
    <dgm:pt modelId="{1BC61A5B-76D3-4F25-87D6-0CD62B3F3B83}" type="pres">
      <dgm:prSet presAssocID="{44C97798-4273-4AE9-BB38-FB2983278263}" presName="thickLine" presStyleLbl="alignNode1" presStyleIdx="5" presStyleCnt="7"/>
      <dgm:spPr/>
    </dgm:pt>
    <dgm:pt modelId="{AA8DE55B-63CD-42E6-88CC-261984DEDACF}" type="pres">
      <dgm:prSet presAssocID="{44C97798-4273-4AE9-BB38-FB2983278263}" presName="horz1" presStyleCnt="0"/>
      <dgm:spPr/>
    </dgm:pt>
    <dgm:pt modelId="{8C50A95C-8BB2-40D2-B407-0AC620530691}" type="pres">
      <dgm:prSet presAssocID="{44C97798-4273-4AE9-BB38-FB2983278263}" presName="tx1" presStyleLbl="revTx" presStyleIdx="5" presStyleCnt="7"/>
      <dgm:spPr/>
    </dgm:pt>
    <dgm:pt modelId="{8A451130-6E23-431F-BCCA-FFD9DA69EF34}" type="pres">
      <dgm:prSet presAssocID="{44C97798-4273-4AE9-BB38-FB2983278263}" presName="vert1" presStyleCnt="0"/>
      <dgm:spPr/>
    </dgm:pt>
    <dgm:pt modelId="{AAF8B775-A11F-4AB2-8C7D-FF8F24180FEE}" type="pres">
      <dgm:prSet presAssocID="{3AC77A28-0948-4E38-ADFF-1872C9649D67}" presName="thickLine" presStyleLbl="alignNode1" presStyleIdx="6" presStyleCnt="7"/>
      <dgm:spPr/>
    </dgm:pt>
    <dgm:pt modelId="{D2F6A60E-864D-4CF6-9242-BF7F2073A161}" type="pres">
      <dgm:prSet presAssocID="{3AC77A28-0948-4E38-ADFF-1872C9649D67}" presName="horz1" presStyleCnt="0"/>
      <dgm:spPr/>
    </dgm:pt>
    <dgm:pt modelId="{ADB95E4C-FE8D-4073-BCC4-EF8A60566839}" type="pres">
      <dgm:prSet presAssocID="{3AC77A28-0948-4E38-ADFF-1872C9649D67}" presName="tx1" presStyleLbl="revTx" presStyleIdx="6" presStyleCnt="7"/>
      <dgm:spPr/>
    </dgm:pt>
    <dgm:pt modelId="{602B064E-7B28-4063-89FC-E29042FFED9F}" type="pres">
      <dgm:prSet presAssocID="{3AC77A28-0948-4E38-ADFF-1872C9649D67}" presName="vert1" presStyleCnt="0"/>
      <dgm:spPr/>
    </dgm:pt>
  </dgm:ptLst>
  <dgm:cxnLst>
    <dgm:cxn modelId="{A1A11100-3BF1-413C-BC59-76E58C2239A0}" type="presOf" srcId="{17DD9C8E-FE99-4D5D-B8DC-2D30EFE6E881}" destId="{8A700A7E-2187-410D-B801-24F674E962CD}" srcOrd="0" destOrd="0" presId="urn:microsoft.com/office/officeart/2008/layout/LinedList"/>
    <dgm:cxn modelId="{10C4A601-2CE2-452A-9F7F-0EB40AD24255}" srcId="{30D4FF51-EF51-4E46-A9ED-CABBB9014F8D}" destId="{BD126202-5B2A-4C09-AE78-4531E1388A46}" srcOrd="3" destOrd="0" parTransId="{D54C02AE-7564-41D7-9409-8348089F3686}" sibTransId="{081ACE51-CC1D-4257-BBD1-9782128B894B}"/>
    <dgm:cxn modelId="{B0EF4B05-7113-4C23-8A42-A127437DD0E3}" type="presOf" srcId="{055CE838-9722-4A2B-9FC7-75316D3C7E7B}" destId="{4693C191-C037-4AC4-81B1-1FB5473BF335}" srcOrd="0" destOrd="0" presId="urn:microsoft.com/office/officeart/2008/layout/LinedList"/>
    <dgm:cxn modelId="{F2C8E72E-DE1C-412C-8103-824F05692740}" srcId="{30D4FF51-EF51-4E46-A9ED-CABBB9014F8D}" destId="{44C97798-4273-4AE9-BB38-FB2983278263}" srcOrd="5" destOrd="0" parTransId="{FFB54E44-CD3E-4A6A-8621-26416BD8149C}" sibTransId="{61C9B5FD-171F-4EA9-B8B5-62160623DB11}"/>
    <dgm:cxn modelId="{07B8FC62-C1E4-48B9-959D-AB84DF42095E}" type="presOf" srcId="{3AC77A28-0948-4E38-ADFF-1872C9649D67}" destId="{ADB95E4C-FE8D-4073-BCC4-EF8A60566839}" srcOrd="0" destOrd="0" presId="urn:microsoft.com/office/officeart/2008/layout/LinedList"/>
    <dgm:cxn modelId="{4043B166-8655-4F6B-B3C9-81B69BE41E64}" type="presOf" srcId="{E739DF14-B8B5-4A80-8324-D26195397980}" destId="{642F26A2-1046-4257-BC21-D8E4CE517E27}" srcOrd="0" destOrd="0" presId="urn:microsoft.com/office/officeart/2008/layout/LinedList"/>
    <dgm:cxn modelId="{0AB2EF67-0CB8-4A89-8E1A-F6906E7FC30F}" srcId="{30D4FF51-EF51-4E46-A9ED-CABBB9014F8D}" destId="{3AC77A28-0948-4E38-ADFF-1872C9649D67}" srcOrd="6" destOrd="0" parTransId="{E983B43A-BE96-40E0-848A-3B3C90A58309}" sibTransId="{3F8DA6FC-E97F-4C40-9F91-170855BC0D13}"/>
    <dgm:cxn modelId="{44E7B650-B48A-440F-BFC8-79AD438D8A12}" type="presOf" srcId="{182E6D92-583E-46E4-A58E-1CBE1611D107}" destId="{7B160EE9-9B99-4B87-8D91-5A78A56D076A}" srcOrd="0" destOrd="0" presId="urn:microsoft.com/office/officeart/2008/layout/LinedList"/>
    <dgm:cxn modelId="{AFF27D72-C309-4DD8-A8FF-52CB5A068F25}" srcId="{30D4FF51-EF51-4E46-A9ED-CABBB9014F8D}" destId="{17DD9C8E-FE99-4D5D-B8DC-2D30EFE6E881}" srcOrd="1" destOrd="0" parTransId="{68291A38-DCDA-4F42-9E52-907FC104DF99}" sibTransId="{F1EA2802-DB97-4D48-A126-8BE5CBD69C33}"/>
    <dgm:cxn modelId="{81001986-0CF5-4114-BA39-2AFEC2558701}" type="presOf" srcId="{44C97798-4273-4AE9-BB38-FB2983278263}" destId="{8C50A95C-8BB2-40D2-B407-0AC620530691}" srcOrd="0" destOrd="0" presId="urn:microsoft.com/office/officeart/2008/layout/LinedList"/>
    <dgm:cxn modelId="{1B8757A7-7528-4057-959E-F62D18758AF7}" srcId="{30D4FF51-EF51-4E46-A9ED-CABBB9014F8D}" destId="{055CE838-9722-4A2B-9FC7-75316D3C7E7B}" srcOrd="0" destOrd="0" parTransId="{77CB6194-0DD2-4DA1-83C4-8FF862E9820B}" sibTransId="{5658D56F-0DDB-493F-BAEE-4E786C5F1689}"/>
    <dgm:cxn modelId="{EFEC99CA-D4FA-46E6-B2AB-BA1EEC35D86F}" srcId="{30D4FF51-EF51-4E46-A9ED-CABBB9014F8D}" destId="{E739DF14-B8B5-4A80-8324-D26195397980}" srcOrd="2" destOrd="0" parTransId="{792365DB-53D2-4AD8-B9E4-90FD27D2B7E1}" sibTransId="{DFAD73C7-C500-4D5A-8A44-0EA3E63BB2C8}"/>
    <dgm:cxn modelId="{A2DBFFDA-D3DB-47CE-AAC6-24208D2F6ADA}" type="presOf" srcId="{BD126202-5B2A-4C09-AE78-4531E1388A46}" destId="{60882F4D-4BB9-42E3-B384-14D19274418E}" srcOrd="0" destOrd="0" presId="urn:microsoft.com/office/officeart/2008/layout/LinedList"/>
    <dgm:cxn modelId="{31DF0CE2-25F3-4787-9788-5D73CD0F7449}" srcId="{30D4FF51-EF51-4E46-A9ED-CABBB9014F8D}" destId="{182E6D92-583E-46E4-A58E-1CBE1611D107}" srcOrd="4" destOrd="0" parTransId="{72A8E99B-D9D8-4263-BA1D-FCA35B077ECA}" sibTransId="{F85F9160-51AB-4489-93A8-3B1DA88F54CB}"/>
    <dgm:cxn modelId="{3AF7B2F0-0BFB-4F04-908B-88DA4AFC79DE}" type="presOf" srcId="{30D4FF51-EF51-4E46-A9ED-CABBB9014F8D}" destId="{0047EF51-57D0-4A86-A631-F709B27754AC}" srcOrd="0" destOrd="0" presId="urn:microsoft.com/office/officeart/2008/layout/LinedList"/>
    <dgm:cxn modelId="{ED54B953-C82A-41A6-AA64-424C3817400A}" type="presParOf" srcId="{0047EF51-57D0-4A86-A631-F709B27754AC}" destId="{9B6B3186-0319-4295-A1C5-7CE660A93725}" srcOrd="0" destOrd="0" presId="urn:microsoft.com/office/officeart/2008/layout/LinedList"/>
    <dgm:cxn modelId="{C292FFB1-0A11-4B42-89B8-067AE569EC86}" type="presParOf" srcId="{0047EF51-57D0-4A86-A631-F709B27754AC}" destId="{7E10B698-2A96-4F97-A7F0-EEC8A5B3D3EA}" srcOrd="1" destOrd="0" presId="urn:microsoft.com/office/officeart/2008/layout/LinedList"/>
    <dgm:cxn modelId="{79679600-533B-47E6-A237-30FDEB9A3061}" type="presParOf" srcId="{7E10B698-2A96-4F97-A7F0-EEC8A5B3D3EA}" destId="{4693C191-C037-4AC4-81B1-1FB5473BF335}" srcOrd="0" destOrd="0" presId="urn:microsoft.com/office/officeart/2008/layout/LinedList"/>
    <dgm:cxn modelId="{6744A038-8DE2-4889-838B-2AB1E416976C}" type="presParOf" srcId="{7E10B698-2A96-4F97-A7F0-EEC8A5B3D3EA}" destId="{E9DC4FE6-CE10-4CC9-BD76-970CAFF6A3BC}" srcOrd="1" destOrd="0" presId="urn:microsoft.com/office/officeart/2008/layout/LinedList"/>
    <dgm:cxn modelId="{52810BD0-ED42-49F4-B62F-B2FB420DAD37}" type="presParOf" srcId="{0047EF51-57D0-4A86-A631-F709B27754AC}" destId="{FAE379DC-06F6-4AD7-9EB3-955F796A02C3}" srcOrd="2" destOrd="0" presId="urn:microsoft.com/office/officeart/2008/layout/LinedList"/>
    <dgm:cxn modelId="{4613209D-C1D5-4D1C-902A-4461A02E4A3E}" type="presParOf" srcId="{0047EF51-57D0-4A86-A631-F709B27754AC}" destId="{066D51E3-B3CF-4E3C-8FA6-C5D7AE6F1E97}" srcOrd="3" destOrd="0" presId="urn:microsoft.com/office/officeart/2008/layout/LinedList"/>
    <dgm:cxn modelId="{55AF2A8B-76AC-4C2F-8CFD-2D01BAA1C0A3}" type="presParOf" srcId="{066D51E3-B3CF-4E3C-8FA6-C5D7AE6F1E97}" destId="{8A700A7E-2187-410D-B801-24F674E962CD}" srcOrd="0" destOrd="0" presId="urn:microsoft.com/office/officeart/2008/layout/LinedList"/>
    <dgm:cxn modelId="{7B57939B-4DC4-40B9-90C4-48A65C4C8D0F}" type="presParOf" srcId="{066D51E3-B3CF-4E3C-8FA6-C5D7AE6F1E97}" destId="{9EC4257B-AB98-4561-B8B1-EA4971B18E98}" srcOrd="1" destOrd="0" presId="urn:microsoft.com/office/officeart/2008/layout/LinedList"/>
    <dgm:cxn modelId="{ECFD7A1C-99B0-40C9-B5B4-2B3F5D5278E8}" type="presParOf" srcId="{0047EF51-57D0-4A86-A631-F709B27754AC}" destId="{0CD6472B-22F3-4366-BB82-41F65D5BEE53}" srcOrd="4" destOrd="0" presId="urn:microsoft.com/office/officeart/2008/layout/LinedList"/>
    <dgm:cxn modelId="{86B1BFB8-858A-4F68-91D5-A311773D7E7F}" type="presParOf" srcId="{0047EF51-57D0-4A86-A631-F709B27754AC}" destId="{ADE86BF7-2247-46F3-8BE4-1E1F7FE8B95A}" srcOrd="5" destOrd="0" presId="urn:microsoft.com/office/officeart/2008/layout/LinedList"/>
    <dgm:cxn modelId="{ACC922CA-90CE-433C-9490-050B0D0C3F3A}" type="presParOf" srcId="{ADE86BF7-2247-46F3-8BE4-1E1F7FE8B95A}" destId="{642F26A2-1046-4257-BC21-D8E4CE517E27}" srcOrd="0" destOrd="0" presId="urn:microsoft.com/office/officeart/2008/layout/LinedList"/>
    <dgm:cxn modelId="{47D2F03A-8CA8-4B37-9A47-163B47217AAA}" type="presParOf" srcId="{ADE86BF7-2247-46F3-8BE4-1E1F7FE8B95A}" destId="{C0DDB0C3-881C-4882-9DF4-2B7737737D41}" srcOrd="1" destOrd="0" presId="urn:microsoft.com/office/officeart/2008/layout/LinedList"/>
    <dgm:cxn modelId="{781D477F-4C91-4900-9160-6323C695DD83}" type="presParOf" srcId="{0047EF51-57D0-4A86-A631-F709B27754AC}" destId="{D197AF03-5B02-4CB7-B7BB-853FE51F0AA0}" srcOrd="6" destOrd="0" presId="urn:microsoft.com/office/officeart/2008/layout/LinedList"/>
    <dgm:cxn modelId="{E4E6A0A1-54A2-4229-BA33-82220A060953}" type="presParOf" srcId="{0047EF51-57D0-4A86-A631-F709B27754AC}" destId="{6DC32B5E-6BAD-45E4-ADBD-99AF99AD75E0}" srcOrd="7" destOrd="0" presId="urn:microsoft.com/office/officeart/2008/layout/LinedList"/>
    <dgm:cxn modelId="{7F78F5BE-2188-43E9-9DEE-230F990076FD}" type="presParOf" srcId="{6DC32B5E-6BAD-45E4-ADBD-99AF99AD75E0}" destId="{60882F4D-4BB9-42E3-B384-14D19274418E}" srcOrd="0" destOrd="0" presId="urn:microsoft.com/office/officeart/2008/layout/LinedList"/>
    <dgm:cxn modelId="{A757FB69-AA30-4BEA-B773-E674001B58A9}" type="presParOf" srcId="{6DC32B5E-6BAD-45E4-ADBD-99AF99AD75E0}" destId="{6B0CF954-9346-4CEC-92BD-6A6B0121390D}" srcOrd="1" destOrd="0" presId="urn:microsoft.com/office/officeart/2008/layout/LinedList"/>
    <dgm:cxn modelId="{7E4F736A-6FF8-4D29-BED1-2E9A0E6BCC92}" type="presParOf" srcId="{0047EF51-57D0-4A86-A631-F709B27754AC}" destId="{BB396C2E-6D03-48F8-A525-6BCA3EE08DD3}" srcOrd="8" destOrd="0" presId="urn:microsoft.com/office/officeart/2008/layout/LinedList"/>
    <dgm:cxn modelId="{6E98BB88-0B45-47F0-9726-51A1A8FC4FF7}" type="presParOf" srcId="{0047EF51-57D0-4A86-A631-F709B27754AC}" destId="{A06C15F9-CC18-4342-B75D-F4E533E650E7}" srcOrd="9" destOrd="0" presId="urn:microsoft.com/office/officeart/2008/layout/LinedList"/>
    <dgm:cxn modelId="{8BA14EED-C1C5-4715-9D18-A2BEE7665519}" type="presParOf" srcId="{A06C15F9-CC18-4342-B75D-F4E533E650E7}" destId="{7B160EE9-9B99-4B87-8D91-5A78A56D076A}" srcOrd="0" destOrd="0" presId="urn:microsoft.com/office/officeart/2008/layout/LinedList"/>
    <dgm:cxn modelId="{35B6DCDF-D23B-4A53-811B-6035E21D019E}" type="presParOf" srcId="{A06C15F9-CC18-4342-B75D-F4E533E650E7}" destId="{F0013F7D-657F-45AE-845B-9972C87E9081}" srcOrd="1" destOrd="0" presId="urn:microsoft.com/office/officeart/2008/layout/LinedList"/>
    <dgm:cxn modelId="{947EDC4A-16E7-4ACB-B91A-E94BB79F5AA3}" type="presParOf" srcId="{0047EF51-57D0-4A86-A631-F709B27754AC}" destId="{1BC61A5B-76D3-4F25-87D6-0CD62B3F3B83}" srcOrd="10" destOrd="0" presId="urn:microsoft.com/office/officeart/2008/layout/LinedList"/>
    <dgm:cxn modelId="{558A4673-4DF8-4937-8CA1-662820153124}" type="presParOf" srcId="{0047EF51-57D0-4A86-A631-F709B27754AC}" destId="{AA8DE55B-63CD-42E6-88CC-261984DEDACF}" srcOrd="11" destOrd="0" presId="urn:microsoft.com/office/officeart/2008/layout/LinedList"/>
    <dgm:cxn modelId="{4DB858B5-5875-4118-914D-0A6EF6D70A4A}" type="presParOf" srcId="{AA8DE55B-63CD-42E6-88CC-261984DEDACF}" destId="{8C50A95C-8BB2-40D2-B407-0AC620530691}" srcOrd="0" destOrd="0" presId="urn:microsoft.com/office/officeart/2008/layout/LinedList"/>
    <dgm:cxn modelId="{927654D1-8FF5-44FB-9C11-2B75726253B6}" type="presParOf" srcId="{AA8DE55B-63CD-42E6-88CC-261984DEDACF}" destId="{8A451130-6E23-431F-BCCA-FFD9DA69EF34}" srcOrd="1" destOrd="0" presId="urn:microsoft.com/office/officeart/2008/layout/LinedList"/>
    <dgm:cxn modelId="{7B2B3041-AEC9-477B-9029-1F83DBE280D0}" type="presParOf" srcId="{0047EF51-57D0-4A86-A631-F709B27754AC}" destId="{AAF8B775-A11F-4AB2-8C7D-FF8F24180FEE}" srcOrd="12" destOrd="0" presId="urn:microsoft.com/office/officeart/2008/layout/LinedList"/>
    <dgm:cxn modelId="{EEBD3ABF-EEB4-4923-9F21-27C48CFB2DCA}" type="presParOf" srcId="{0047EF51-57D0-4A86-A631-F709B27754AC}" destId="{D2F6A60E-864D-4CF6-9242-BF7F2073A161}" srcOrd="13" destOrd="0" presId="urn:microsoft.com/office/officeart/2008/layout/LinedList"/>
    <dgm:cxn modelId="{BB40EFAC-B0C4-4D15-B850-E1F99D737F04}" type="presParOf" srcId="{D2F6A60E-864D-4CF6-9242-BF7F2073A161}" destId="{ADB95E4C-FE8D-4073-BCC4-EF8A60566839}" srcOrd="0" destOrd="0" presId="urn:microsoft.com/office/officeart/2008/layout/LinedList"/>
    <dgm:cxn modelId="{85D9A2D7-F188-4BEE-AA44-F9B586123B9C}" type="presParOf" srcId="{D2F6A60E-864D-4CF6-9242-BF7F2073A161}" destId="{602B064E-7B28-4063-89FC-E29042FFED9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0D4FF51-EF51-4E46-A9ED-CABBB9014F8D}" type="doc">
      <dgm:prSet loTypeId="urn:microsoft.com/office/officeart/2008/layout/Lined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055CE838-9722-4A2B-9FC7-75316D3C7E7B}">
      <dgm:prSet/>
      <dgm:spPr/>
      <dgm:t>
        <a:bodyPr/>
        <a:lstStyle/>
        <a:p>
          <a:r>
            <a:rPr lang="en-IN" b="1" dirty="0"/>
            <a:t>Performance:</a:t>
          </a:r>
          <a:r>
            <a:rPr lang="en-IN" dirty="0"/>
            <a:t> System should respond within 2 seconds </a:t>
          </a:r>
          <a:endParaRPr lang="en-US" dirty="0"/>
        </a:p>
      </dgm:t>
    </dgm:pt>
    <dgm:pt modelId="{77CB6194-0DD2-4DA1-83C4-8FF862E9820B}" type="parTrans" cxnId="{1B8757A7-7528-4057-959E-F62D18758AF7}">
      <dgm:prSet/>
      <dgm:spPr/>
      <dgm:t>
        <a:bodyPr/>
        <a:lstStyle/>
        <a:p>
          <a:endParaRPr lang="en-US"/>
        </a:p>
      </dgm:t>
    </dgm:pt>
    <dgm:pt modelId="{5658D56F-0DDB-493F-BAEE-4E786C5F1689}" type="sibTrans" cxnId="{1B8757A7-7528-4057-959E-F62D18758AF7}">
      <dgm:prSet/>
      <dgm:spPr/>
      <dgm:t>
        <a:bodyPr/>
        <a:lstStyle/>
        <a:p>
          <a:endParaRPr lang="en-US"/>
        </a:p>
      </dgm:t>
    </dgm:pt>
    <dgm:pt modelId="{D3F3DB1E-B8EB-4C46-A759-5F7BD13D1790}">
      <dgm:prSet/>
      <dgm:spPr/>
      <dgm:t>
        <a:bodyPr/>
        <a:lstStyle/>
        <a:p>
          <a:r>
            <a:rPr lang="en-IN" b="1"/>
            <a:t>Scalability:</a:t>
          </a:r>
          <a:r>
            <a:rPr lang="en-IN"/>
            <a:t> Should handle increasing user load </a:t>
          </a:r>
          <a:endParaRPr lang="en-IN" dirty="0"/>
        </a:p>
      </dgm:t>
    </dgm:pt>
    <dgm:pt modelId="{B7046ABC-E0FF-498E-B33B-231A22B3637D}" type="parTrans" cxnId="{65932A5E-3BDA-42CB-8A5E-42A2508A301A}">
      <dgm:prSet/>
      <dgm:spPr/>
      <dgm:t>
        <a:bodyPr/>
        <a:lstStyle/>
        <a:p>
          <a:endParaRPr lang="en-IN"/>
        </a:p>
      </dgm:t>
    </dgm:pt>
    <dgm:pt modelId="{1658F8EB-6365-46B7-A7B5-09E017C3BC02}" type="sibTrans" cxnId="{65932A5E-3BDA-42CB-8A5E-42A2508A301A}">
      <dgm:prSet/>
      <dgm:spPr/>
      <dgm:t>
        <a:bodyPr/>
        <a:lstStyle/>
        <a:p>
          <a:endParaRPr lang="en-IN"/>
        </a:p>
      </dgm:t>
    </dgm:pt>
    <dgm:pt modelId="{2C2F34BD-F49F-42DD-9128-A7ECE7F870D4}">
      <dgm:prSet/>
      <dgm:spPr/>
      <dgm:t>
        <a:bodyPr/>
        <a:lstStyle/>
        <a:p>
          <a:r>
            <a:rPr lang="en-IN" b="1"/>
            <a:t>Reliability:</a:t>
          </a:r>
          <a:r>
            <a:rPr lang="en-IN"/>
            <a:t> Accurate and consistent risk predictions </a:t>
          </a:r>
          <a:endParaRPr lang="en-IN" dirty="0"/>
        </a:p>
      </dgm:t>
    </dgm:pt>
    <dgm:pt modelId="{5E1B8DF4-256D-4B0F-BAA1-3C452E8B387C}" type="parTrans" cxnId="{6A222E5A-ACAC-4BAE-8DF3-187C350F71F9}">
      <dgm:prSet/>
      <dgm:spPr/>
      <dgm:t>
        <a:bodyPr/>
        <a:lstStyle/>
        <a:p>
          <a:endParaRPr lang="en-IN"/>
        </a:p>
      </dgm:t>
    </dgm:pt>
    <dgm:pt modelId="{75680861-F3BA-437C-A981-EF990BE4FF31}" type="sibTrans" cxnId="{6A222E5A-ACAC-4BAE-8DF3-187C350F71F9}">
      <dgm:prSet/>
      <dgm:spPr/>
      <dgm:t>
        <a:bodyPr/>
        <a:lstStyle/>
        <a:p>
          <a:endParaRPr lang="en-IN"/>
        </a:p>
      </dgm:t>
    </dgm:pt>
    <dgm:pt modelId="{A8608EE8-A766-49EA-A327-EBC70FAC40E8}">
      <dgm:prSet/>
      <dgm:spPr/>
      <dgm:t>
        <a:bodyPr/>
        <a:lstStyle/>
        <a:p>
          <a:r>
            <a:rPr lang="en-IN" b="1"/>
            <a:t>Security:</a:t>
          </a:r>
          <a:r>
            <a:rPr lang="en-IN"/>
            <a:t> Protect user data and system access </a:t>
          </a:r>
          <a:endParaRPr lang="en-IN" dirty="0"/>
        </a:p>
      </dgm:t>
    </dgm:pt>
    <dgm:pt modelId="{4F2E80AF-906B-42BB-8E32-B7725DBF51D7}" type="parTrans" cxnId="{BD1EC1FB-358D-44B1-8753-2B5B2794218A}">
      <dgm:prSet/>
      <dgm:spPr/>
      <dgm:t>
        <a:bodyPr/>
        <a:lstStyle/>
        <a:p>
          <a:endParaRPr lang="en-IN"/>
        </a:p>
      </dgm:t>
    </dgm:pt>
    <dgm:pt modelId="{59C9413D-DF8F-45C2-B182-491B2A87CF91}" type="sibTrans" cxnId="{BD1EC1FB-358D-44B1-8753-2B5B2794218A}">
      <dgm:prSet/>
      <dgm:spPr/>
      <dgm:t>
        <a:bodyPr/>
        <a:lstStyle/>
        <a:p>
          <a:endParaRPr lang="en-IN"/>
        </a:p>
      </dgm:t>
    </dgm:pt>
    <dgm:pt modelId="{3D0C17F6-7D45-4C0D-A950-D49F8D62A1E5}">
      <dgm:prSet/>
      <dgm:spPr/>
      <dgm:t>
        <a:bodyPr/>
        <a:lstStyle/>
        <a:p>
          <a:r>
            <a:rPr lang="en-IN" b="1"/>
            <a:t>Usability:</a:t>
          </a:r>
          <a:r>
            <a:rPr lang="en-IN"/>
            <a:t> Simple and intuitive interface </a:t>
          </a:r>
          <a:endParaRPr lang="en-IN" dirty="0"/>
        </a:p>
      </dgm:t>
    </dgm:pt>
    <dgm:pt modelId="{060C9040-E39D-41DA-90DC-EF89CEB66C62}" type="parTrans" cxnId="{E1500477-1F0D-4A6D-A26E-4ED4C5612860}">
      <dgm:prSet/>
      <dgm:spPr/>
      <dgm:t>
        <a:bodyPr/>
        <a:lstStyle/>
        <a:p>
          <a:endParaRPr lang="en-IN"/>
        </a:p>
      </dgm:t>
    </dgm:pt>
    <dgm:pt modelId="{7283724A-0E8D-4F5C-9FE7-FDEC80504AC6}" type="sibTrans" cxnId="{E1500477-1F0D-4A6D-A26E-4ED4C5612860}">
      <dgm:prSet/>
      <dgm:spPr/>
      <dgm:t>
        <a:bodyPr/>
        <a:lstStyle/>
        <a:p>
          <a:endParaRPr lang="en-IN"/>
        </a:p>
      </dgm:t>
    </dgm:pt>
    <dgm:pt modelId="{3AF1BC1C-7504-4613-A120-26216C903A1E}">
      <dgm:prSet/>
      <dgm:spPr/>
      <dgm:t>
        <a:bodyPr/>
        <a:lstStyle/>
        <a:p>
          <a:r>
            <a:rPr lang="en-IN" b="1"/>
            <a:t>Maintainability:</a:t>
          </a:r>
          <a:r>
            <a:rPr lang="en-IN"/>
            <a:t> Easy to update thresholds and logic</a:t>
          </a:r>
          <a:endParaRPr lang="en-IN" dirty="0"/>
        </a:p>
      </dgm:t>
    </dgm:pt>
    <dgm:pt modelId="{81513041-AB89-475F-A31F-E25C6C9B0DEC}" type="parTrans" cxnId="{189E162C-4331-4BB8-84F7-A7D53A98C6F1}">
      <dgm:prSet/>
      <dgm:spPr/>
      <dgm:t>
        <a:bodyPr/>
        <a:lstStyle/>
        <a:p>
          <a:endParaRPr lang="en-IN"/>
        </a:p>
      </dgm:t>
    </dgm:pt>
    <dgm:pt modelId="{49439F41-AF87-40DF-B02C-0E559E6194D7}" type="sibTrans" cxnId="{189E162C-4331-4BB8-84F7-A7D53A98C6F1}">
      <dgm:prSet/>
      <dgm:spPr/>
      <dgm:t>
        <a:bodyPr/>
        <a:lstStyle/>
        <a:p>
          <a:endParaRPr lang="en-IN"/>
        </a:p>
      </dgm:t>
    </dgm:pt>
    <dgm:pt modelId="{0047EF51-57D0-4A86-A631-F709B27754AC}" type="pres">
      <dgm:prSet presAssocID="{30D4FF51-EF51-4E46-A9ED-CABBB9014F8D}" presName="vert0" presStyleCnt="0">
        <dgm:presLayoutVars>
          <dgm:dir/>
          <dgm:animOne val="branch"/>
          <dgm:animLvl val="lvl"/>
        </dgm:presLayoutVars>
      </dgm:prSet>
      <dgm:spPr/>
    </dgm:pt>
    <dgm:pt modelId="{9B6B3186-0319-4295-A1C5-7CE660A93725}" type="pres">
      <dgm:prSet presAssocID="{055CE838-9722-4A2B-9FC7-75316D3C7E7B}" presName="thickLine" presStyleLbl="alignNode1" presStyleIdx="0" presStyleCnt="6"/>
      <dgm:spPr/>
    </dgm:pt>
    <dgm:pt modelId="{7E10B698-2A96-4F97-A7F0-EEC8A5B3D3EA}" type="pres">
      <dgm:prSet presAssocID="{055CE838-9722-4A2B-9FC7-75316D3C7E7B}" presName="horz1" presStyleCnt="0"/>
      <dgm:spPr/>
    </dgm:pt>
    <dgm:pt modelId="{4693C191-C037-4AC4-81B1-1FB5473BF335}" type="pres">
      <dgm:prSet presAssocID="{055CE838-9722-4A2B-9FC7-75316D3C7E7B}" presName="tx1" presStyleLbl="revTx" presStyleIdx="0" presStyleCnt="6"/>
      <dgm:spPr/>
    </dgm:pt>
    <dgm:pt modelId="{E9DC4FE6-CE10-4CC9-BD76-970CAFF6A3BC}" type="pres">
      <dgm:prSet presAssocID="{055CE838-9722-4A2B-9FC7-75316D3C7E7B}" presName="vert1" presStyleCnt="0"/>
      <dgm:spPr/>
    </dgm:pt>
    <dgm:pt modelId="{FC1AF6B5-1B27-4982-828B-277FD2AF1513}" type="pres">
      <dgm:prSet presAssocID="{D3F3DB1E-B8EB-4C46-A759-5F7BD13D1790}" presName="thickLine" presStyleLbl="alignNode1" presStyleIdx="1" presStyleCnt="6"/>
      <dgm:spPr/>
    </dgm:pt>
    <dgm:pt modelId="{ECA5545A-38AD-4D5C-B1AF-8841F6F94B7A}" type="pres">
      <dgm:prSet presAssocID="{D3F3DB1E-B8EB-4C46-A759-5F7BD13D1790}" presName="horz1" presStyleCnt="0"/>
      <dgm:spPr/>
    </dgm:pt>
    <dgm:pt modelId="{AE88F889-ABCE-4CC1-AC3D-A699471EF3DE}" type="pres">
      <dgm:prSet presAssocID="{D3F3DB1E-B8EB-4C46-A759-5F7BD13D1790}" presName="tx1" presStyleLbl="revTx" presStyleIdx="1" presStyleCnt="6"/>
      <dgm:spPr/>
    </dgm:pt>
    <dgm:pt modelId="{3D09BED0-3482-497D-AD10-2E2790802A76}" type="pres">
      <dgm:prSet presAssocID="{D3F3DB1E-B8EB-4C46-A759-5F7BD13D1790}" presName="vert1" presStyleCnt="0"/>
      <dgm:spPr/>
    </dgm:pt>
    <dgm:pt modelId="{23E8A806-89FB-4E5E-BE0C-442D580069E2}" type="pres">
      <dgm:prSet presAssocID="{2C2F34BD-F49F-42DD-9128-A7ECE7F870D4}" presName="thickLine" presStyleLbl="alignNode1" presStyleIdx="2" presStyleCnt="6"/>
      <dgm:spPr/>
    </dgm:pt>
    <dgm:pt modelId="{1C4C0975-2E65-4757-9EE7-A8FED77E22EB}" type="pres">
      <dgm:prSet presAssocID="{2C2F34BD-F49F-42DD-9128-A7ECE7F870D4}" presName="horz1" presStyleCnt="0"/>
      <dgm:spPr/>
    </dgm:pt>
    <dgm:pt modelId="{CB2F8678-C9B5-4C8A-8331-0F7ADFB65890}" type="pres">
      <dgm:prSet presAssocID="{2C2F34BD-F49F-42DD-9128-A7ECE7F870D4}" presName="tx1" presStyleLbl="revTx" presStyleIdx="2" presStyleCnt="6"/>
      <dgm:spPr/>
    </dgm:pt>
    <dgm:pt modelId="{D97395CB-4F46-4DE2-8FC1-6426B076D229}" type="pres">
      <dgm:prSet presAssocID="{2C2F34BD-F49F-42DD-9128-A7ECE7F870D4}" presName="vert1" presStyleCnt="0"/>
      <dgm:spPr/>
    </dgm:pt>
    <dgm:pt modelId="{26EB65AF-F0AB-4569-A112-9E27127BC852}" type="pres">
      <dgm:prSet presAssocID="{A8608EE8-A766-49EA-A327-EBC70FAC40E8}" presName="thickLine" presStyleLbl="alignNode1" presStyleIdx="3" presStyleCnt="6"/>
      <dgm:spPr/>
    </dgm:pt>
    <dgm:pt modelId="{5DC206C8-8EFC-47D0-9F16-ECFC252E49AE}" type="pres">
      <dgm:prSet presAssocID="{A8608EE8-A766-49EA-A327-EBC70FAC40E8}" presName="horz1" presStyleCnt="0"/>
      <dgm:spPr/>
    </dgm:pt>
    <dgm:pt modelId="{AAFC920C-9A11-4745-BB6C-425B476C45D1}" type="pres">
      <dgm:prSet presAssocID="{A8608EE8-A766-49EA-A327-EBC70FAC40E8}" presName="tx1" presStyleLbl="revTx" presStyleIdx="3" presStyleCnt="6"/>
      <dgm:spPr/>
    </dgm:pt>
    <dgm:pt modelId="{3140681F-C37E-486D-A7AB-8354C06810DC}" type="pres">
      <dgm:prSet presAssocID="{A8608EE8-A766-49EA-A327-EBC70FAC40E8}" presName="vert1" presStyleCnt="0"/>
      <dgm:spPr/>
    </dgm:pt>
    <dgm:pt modelId="{3889791C-90DD-4E7F-8D7E-C5091AEB2221}" type="pres">
      <dgm:prSet presAssocID="{3D0C17F6-7D45-4C0D-A950-D49F8D62A1E5}" presName="thickLine" presStyleLbl="alignNode1" presStyleIdx="4" presStyleCnt="6"/>
      <dgm:spPr/>
    </dgm:pt>
    <dgm:pt modelId="{2FA40B0B-6461-4EED-9CA0-E3103D6C0542}" type="pres">
      <dgm:prSet presAssocID="{3D0C17F6-7D45-4C0D-A950-D49F8D62A1E5}" presName="horz1" presStyleCnt="0"/>
      <dgm:spPr/>
    </dgm:pt>
    <dgm:pt modelId="{D3643A47-5A58-4916-A04D-ABCAFA98586E}" type="pres">
      <dgm:prSet presAssocID="{3D0C17F6-7D45-4C0D-A950-D49F8D62A1E5}" presName="tx1" presStyleLbl="revTx" presStyleIdx="4" presStyleCnt="6"/>
      <dgm:spPr/>
    </dgm:pt>
    <dgm:pt modelId="{3A1E75E6-6A48-4941-B449-D362CA8C7975}" type="pres">
      <dgm:prSet presAssocID="{3D0C17F6-7D45-4C0D-A950-D49F8D62A1E5}" presName="vert1" presStyleCnt="0"/>
      <dgm:spPr/>
    </dgm:pt>
    <dgm:pt modelId="{B5C28554-140B-4634-9DF0-0230DB099393}" type="pres">
      <dgm:prSet presAssocID="{3AF1BC1C-7504-4613-A120-26216C903A1E}" presName="thickLine" presStyleLbl="alignNode1" presStyleIdx="5" presStyleCnt="6"/>
      <dgm:spPr/>
    </dgm:pt>
    <dgm:pt modelId="{F2E26717-BF96-42A2-8D5E-CAA0915A7AEB}" type="pres">
      <dgm:prSet presAssocID="{3AF1BC1C-7504-4613-A120-26216C903A1E}" presName="horz1" presStyleCnt="0"/>
      <dgm:spPr/>
    </dgm:pt>
    <dgm:pt modelId="{547DAB6B-CF16-48C9-B45A-8A480DF16F6B}" type="pres">
      <dgm:prSet presAssocID="{3AF1BC1C-7504-4613-A120-26216C903A1E}" presName="tx1" presStyleLbl="revTx" presStyleIdx="5" presStyleCnt="6"/>
      <dgm:spPr/>
    </dgm:pt>
    <dgm:pt modelId="{D9A70A1B-8A74-4037-A1A2-66A023225CE4}" type="pres">
      <dgm:prSet presAssocID="{3AF1BC1C-7504-4613-A120-26216C903A1E}" presName="vert1" presStyleCnt="0"/>
      <dgm:spPr/>
    </dgm:pt>
  </dgm:ptLst>
  <dgm:cxnLst>
    <dgm:cxn modelId="{B0EF4B05-7113-4C23-8A42-A127437DD0E3}" type="presOf" srcId="{055CE838-9722-4A2B-9FC7-75316D3C7E7B}" destId="{4693C191-C037-4AC4-81B1-1FB5473BF335}" srcOrd="0" destOrd="0" presId="urn:microsoft.com/office/officeart/2008/layout/LinedList"/>
    <dgm:cxn modelId="{74074310-A5D6-45BA-81B9-1C278D3113A7}" type="presOf" srcId="{3AF1BC1C-7504-4613-A120-26216C903A1E}" destId="{547DAB6B-CF16-48C9-B45A-8A480DF16F6B}" srcOrd="0" destOrd="0" presId="urn:microsoft.com/office/officeart/2008/layout/LinedList"/>
    <dgm:cxn modelId="{CA6E5D17-7AAA-420D-A0EB-EEDF6C181B6F}" type="presOf" srcId="{3D0C17F6-7D45-4C0D-A950-D49F8D62A1E5}" destId="{D3643A47-5A58-4916-A04D-ABCAFA98586E}" srcOrd="0" destOrd="0" presId="urn:microsoft.com/office/officeart/2008/layout/LinedList"/>
    <dgm:cxn modelId="{189E162C-4331-4BB8-84F7-A7D53A98C6F1}" srcId="{30D4FF51-EF51-4E46-A9ED-CABBB9014F8D}" destId="{3AF1BC1C-7504-4613-A120-26216C903A1E}" srcOrd="5" destOrd="0" parTransId="{81513041-AB89-475F-A31F-E25C6C9B0DEC}" sibTransId="{49439F41-AF87-40DF-B02C-0E559E6194D7}"/>
    <dgm:cxn modelId="{65932A5E-3BDA-42CB-8A5E-42A2508A301A}" srcId="{30D4FF51-EF51-4E46-A9ED-CABBB9014F8D}" destId="{D3F3DB1E-B8EB-4C46-A759-5F7BD13D1790}" srcOrd="1" destOrd="0" parTransId="{B7046ABC-E0FF-498E-B33B-231A22B3637D}" sibTransId="{1658F8EB-6365-46B7-A7B5-09E017C3BC02}"/>
    <dgm:cxn modelId="{A444B744-5DE3-4B0F-B14B-E7B8EC5937C2}" type="presOf" srcId="{2C2F34BD-F49F-42DD-9128-A7ECE7F870D4}" destId="{CB2F8678-C9B5-4C8A-8331-0F7ADFB65890}" srcOrd="0" destOrd="0" presId="urn:microsoft.com/office/officeart/2008/layout/LinedList"/>
    <dgm:cxn modelId="{AC547C4E-4E84-4597-868E-38F4CD7EC70D}" type="presOf" srcId="{D3F3DB1E-B8EB-4C46-A759-5F7BD13D1790}" destId="{AE88F889-ABCE-4CC1-AC3D-A699471EF3DE}" srcOrd="0" destOrd="0" presId="urn:microsoft.com/office/officeart/2008/layout/LinedList"/>
    <dgm:cxn modelId="{E6A8C674-FDD7-486C-86F8-97DE46F44107}" type="presOf" srcId="{A8608EE8-A766-49EA-A327-EBC70FAC40E8}" destId="{AAFC920C-9A11-4745-BB6C-425B476C45D1}" srcOrd="0" destOrd="0" presId="urn:microsoft.com/office/officeart/2008/layout/LinedList"/>
    <dgm:cxn modelId="{E1500477-1F0D-4A6D-A26E-4ED4C5612860}" srcId="{30D4FF51-EF51-4E46-A9ED-CABBB9014F8D}" destId="{3D0C17F6-7D45-4C0D-A950-D49F8D62A1E5}" srcOrd="4" destOrd="0" parTransId="{060C9040-E39D-41DA-90DC-EF89CEB66C62}" sibTransId="{7283724A-0E8D-4F5C-9FE7-FDEC80504AC6}"/>
    <dgm:cxn modelId="{6A222E5A-ACAC-4BAE-8DF3-187C350F71F9}" srcId="{30D4FF51-EF51-4E46-A9ED-CABBB9014F8D}" destId="{2C2F34BD-F49F-42DD-9128-A7ECE7F870D4}" srcOrd="2" destOrd="0" parTransId="{5E1B8DF4-256D-4B0F-BAA1-3C452E8B387C}" sibTransId="{75680861-F3BA-437C-A981-EF990BE4FF31}"/>
    <dgm:cxn modelId="{1B8757A7-7528-4057-959E-F62D18758AF7}" srcId="{30D4FF51-EF51-4E46-A9ED-CABBB9014F8D}" destId="{055CE838-9722-4A2B-9FC7-75316D3C7E7B}" srcOrd="0" destOrd="0" parTransId="{77CB6194-0DD2-4DA1-83C4-8FF862E9820B}" sibTransId="{5658D56F-0DDB-493F-BAEE-4E786C5F1689}"/>
    <dgm:cxn modelId="{3AF7B2F0-0BFB-4F04-908B-88DA4AFC79DE}" type="presOf" srcId="{30D4FF51-EF51-4E46-A9ED-CABBB9014F8D}" destId="{0047EF51-57D0-4A86-A631-F709B27754AC}" srcOrd="0" destOrd="0" presId="urn:microsoft.com/office/officeart/2008/layout/LinedList"/>
    <dgm:cxn modelId="{BD1EC1FB-358D-44B1-8753-2B5B2794218A}" srcId="{30D4FF51-EF51-4E46-A9ED-CABBB9014F8D}" destId="{A8608EE8-A766-49EA-A327-EBC70FAC40E8}" srcOrd="3" destOrd="0" parTransId="{4F2E80AF-906B-42BB-8E32-B7725DBF51D7}" sibTransId="{59C9413D-DF8F-45C2-B182-491B2A87CF91}"/>
    <dgm:cxn modelId="{ED54B953-C82A-41A6-AA64-424C3817400A}" type="presParOf" srcId="{0047EF51-57D0-4A86-A631-F709B27754AC}" destId="{9B6B3186-0319-4295-A1C5-7CE660A93725}" srcOrd="0" destOrd="0" presId="urn:microsoft.com/office/officeart/2008/layout/LinedList"/>
    <dgm:cxn modelId="{C292FFB1-0A11-4B42-89B8-067AE569EC86}" type="presParOf" srcId="{0047EF51-57D0-4A86-A631-F709B27754AC}" destId="{7E10B698-2A96-4F97-A7F0-EEC8A5B3D3EA}" srcOrd="1" destOrd="0" presId="urn:microsoft.com/office/officeart/2008/layout/LinedList"/>
    <dgm:cxn modelId="{79679600-533B-47E6-A237-30FDEB9A3061}" type="presParOf" srcId="{7E10B698-2A96-4F97-A7F0-EEC8A5B3D3EA}" destId="{4693C191-C037-4AC4-81B1-1FB5473BF335}" srcOrd="0" destOrd="0" presId="urn:microsoft.com/office/officeart/2008/layout/LinedList"/>
    <dgm:cxn modelId="{6744A038-8DE2-4889-838B-2AB1E416976C}" type="presParOf" srcId="{7E10B698-2A96-4F97-A7F0-EEC8A5B3D3EA}" destId="{E9DC4FE6-CE10-4CC9-BD76-970CAFF6A3BC}" srcOrd="1" destOrd="0" presId="urn:microsoft.com/office/officeart/2008/layout/LinedList"/>
    <dgm:cxn modelId="{420FF268-9442-4561-B249-6D2DA5A39B08}" type="presParOf" srcId="{0047EF51-57D0-4A86-A631-F709B27754AC}" destId="{FC1AF6B5-1B27-4982-828B-277FD2AF1513}" srcOrd="2" destOrd="0" presId="urn:microsoft.com/office/officeart/2008/layout/LinedList"/>
    <dgm:cxn modelId="{A324D610-C3CB-4910-8B5E-3D61A65473C1}" type="presParOf" srcId="{0047EF51-57D0-4A86-A631-F709B27754AC}" destId="{ECA5545A-38AD-4D5C-B1AF-8841F6F94B7A}" srcOrd="3" destOrd="0" presId="urn:microsoft.com/office/officeart/2008/layout/LinedList"/>
    <dgm:cxn modelId="{985D2459-62F8-46F5-B372-76FC31FBFDF1}" type="presParOf" srcId="{ECA5545A-38AD-4D5C-B1AF-8841F6F94B7A}" destId="{AE88F889-ABCE-4CC1-AC3D-A699471EF3DE}" srcOrd="0" destOrd="0" presId="urn:microsoft.com/office/officeart/2008/layout/LinedList"/>
    <dgm:cxn modelId="{DEB07717-0AFC-4213-B020-E280AD58C031}" type="presParOf" srcId="{ECA5545A-38AD-4D5C-B1AF-8841F6F94B7A}" destId="{3D09BED0-3482-497D-AD10-2E2790802A76}" srcOrd="1" destOrd="0" presId="urn:microsoft.com/office/officeart/2008/layout/LinedList"/>
    <dgm:cxn modelId="{0002A55E-D7D1-4919-BB02-F5EDECB460CD}" type="presParOf" srcId="{0047EF51-57D0-4A86-A631-F709B27754AC}" destId="{23E8A806-89FB-4E5E-BE0C-442D580069E2}" srcOrd="4" destOrd="0" presId="urn:microsoft.com/office/officeart/2008/layout/LinedList"/>
    <dgm:cxn modelId="{1115DAB0-6B94-4847-90FF-85A51F498B69}" type="presParOf" srcId="{0047EF51-57D0-4A86-A631-F709B27754AC}" destId="{1C4C0975-2E65-4757-9EE7-A8FED77E22EB}" srcOrd="5" destOrd="0" presId="urn:microsoft.com/office/officeart/2008/layout/LinedList"/>
    <dgm:cxn modelId="{9FB5D5A7-AE4E-44C3-9819-6A35DB16664E}" type="presParOf" srcId="{1C4C0975-2E65-4757-9EE7-A8FED77E22EB}" destId="{CB2F8678-C9B5-4C8A-8331-0F7ADFB65890}" srcOrd="0" destOrd="0" presId="urn:microsoft.com/office/officeart/2008/layout/LinedList"/>
    <dgm:cxn modelId="{99FC84C8-1D38-49C7-9C08-1EBFB058DD2E}" type="presParOf" srcId="{1C4C0975-2E65-4757-9EE7-A8FED77E22EB}" destId="{D97395CB-4F46-4DE2-8FC1-6426B076D229}" srcOrd="1" destOrd="0" presId="urn:microsoft.com/office/officeart/2008/layout/LinedList"/>
    <dgm:cxn modelId="{31BC57BF-C43B-47EA-A2C1-0E767ADEB8D7}" type="presParOf" srcId="{0047EF51-57D0-4A86-A631-F709B27754AC}" destId="{26EB65AF-F0AB-4569-A112-9E27127BC852}" srcOrd="6" destOrd="0" presId="urn:microsoft.com/office/officeart/2008/layout/LinedList"/>
    <dgm:cxn modelId="{19D32102-A024-4ADE-9ACF-44AFF75DDC4C}" type="presParOf" srcId="{0047EF51-57D0-4A86-A631-F709B27754AC}" destId="{5DC206C8-8EFC-47D0-9F16-ECFC252E49AE}" srcOrd="7" destOrd="0" presId="urn:microsoft.com/office/officeart/2008/layout/LinedList"/>
    <dgm:cxn modelId="{8E6330EA-A471-4AB2-A36D-9FB8CB3137CB}" type="presParOf" srcId="{5DC206C8-8EFC-47D0-9F16-ECFC252E49AE}" destId="{AAFC920C-9A11-4745-BB6C-425B476C45D1}" srcOrd="0" destOrd="0" presId="urn:microsoft.com/office/officeart/2008/layout/LinedList"/>
    <dgm:cxn modelId="{08FA4D8C-9982-44CC-8D31-24B75AF0193B}" type="presParOf" srcId="{5DC206C8-8EFC-47D0-9F16-ECFC252E49AE}" destId="{3140681F-C37E-486D-A7AB-8354C06810DC}" srcOrd="1" destOrd="0" presId="urn:microsoft.com/office/officeart/2008/layout/LinedList"/>
    <dgm:cxn modelId="{9CAC72C4-B903-4713-B2E8-BCCFA97586AC}" type="presParOf" srcId="{0047EF51-57D0-4A86-A631-F709B27754AC}" destId="{3889791C-90DD-4E7F-8D7E-C5091AEB2221}" srcOrd="8" destOrd="0" presId="urn:microsoft.com/office/officeart/2008/layout/LinedList"/>
    <dgm:cxn modelId="{22C0B33C-E7EC-46A1-91A4-75E51E22BF7C}" type="presParOf" srcId="{0047EF51-57D0-4A86-A631-F709B27754AC}" destId="{2FA40B0B-6461-4EED-9CA0-E3103D6C0542}" srcOrd="9" destOrd="0" presId="urn:microsoft.com/office/officeart/2008/layout/LinedList"/>
    <dgm:cxn modelId="{98F7E41D-A099-4436-9BA6-04DA15C4CB66}" type="presParOf" srcId="{2FA40B0B-6461-4EED-9CA0-E3103D6C0542}" destId="{D3643A47-5A58-4916-A04D-ABCAFA98586E}" srcOrd="0" destOrd="0" presId="urn:microsoft.com/office/officeart/2008/layout/LinedList"/>
    <dgm:cxn modelId="{14815942-B323-49DB-A2A9-1BAC966CD961}" type="presParOf" srcId="{2FA40B0B-6461-4EED-9CA0-E3103D6C0542}" destId="{3A1E75E6-6A48-4941-B449-D362CA8C7975}" srcOrd="1" destOrd="0" presId="urn:microsoft.com/office/officeart/2008/layout/LinedList"/>
    <dgm:cxn modelId="{71DE68C3-8262-4D40-B705-58B32D5FA05E}" type="presParOf" srcId="{0047EF51-57D0-4A86-A631-F709B27754AC}" destId="{B5C28554-140B-4634-9DF0-0230DB099393}" srcOrd="10" destOrd="0" presId="urn:microsoft.com/office/officeart/2008/layout/LinedList"/>
    <dgm:cxn modelId="{FC1D2F2F-15B6-48C4-801E-EC58201EA817}" type="presParOf" srcId="{0047EF51-57D0-4A86-A631-F709B27754AC}" destId="{F2E26717-BF96-42A2-8D5E-CAA0915A7AEB}" srcOrd="11" destOrd="0" presId="urn:microsoft.com/office/officeart/2008/layout/LinedList"/>
    <dgm:cxn modelId="{DDDAB025-89F2-4B4B-8896-4A7753479534}" type="presParOf" srcId="{F2E26717-BF96-42A2-8D5E-CAA0915A7AEB}" destId="{547DAB6B-CF16-48C9-B45A-8A480DF16F6B}" srcOrd="0" destOrd="0" presId="urn:microsoft.com/office/officeart/2008/layout/LinedList"/>
    <dgm:cxn modelId="{B8FEBB42-1ED4-4673-B890-055FD1449B5C}" type="presParOf" srcId="{F2E26717-BF96-42A2-8D5E-CAA0915A7AEB}" destId="{D9A70A1B-8A74-4037-A1A2-66A023225CE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6CC364F-CD51-4B87-8E10-2B0CA8EFB3E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6DA89303-E096-4FCC-92B4-EA032697FC1D}">
      <dgm:prSet/>
      <dgm:spPr/>
      <dgm:t>
        <a:bodyPr/>
        <a:lstStyle/>
        <a:p>
          <a:r>
            <a:rPr lang="en-IN"/>
            <a:t>User Module – handles registration, login, JWT-based authentication, and profile/location preferences.</a:t>
          </a:r>
          <a:endParaRPr lang="en-US"/>
        </a:p>
      </dgm:t>
    </dgm:pt>
    <dgm:pt modelId="{F47E3029-D38A-466C-9C9B-A91855D4A859}" type="parTrans" cxnId="{1A0B8B30-3EB7-4C9D-8F17-B42457622A05}">
      <dgm:prSet/>
      <dgm:spPr/>
      <dgm:t>
        <a:bodyPr/>
        <a:lstStyle/>
        <a:p>
          <a:endParaRPr lang="en-US"/>
        </a:p>
      </dgm:t>
    </dgm:pt>
    <dgm:pt modelId="{4AB814F5-BAF8-4AF5-AA55-16C26ECD6B28}" type="sibTrans" cxnId="{1A0B8B30-3EB7-4C9D-8F17-B42457622A05}">
      <dgm:prSet/>
      <dgm:spPr/>
      <dgm:t>
        <a:bodyPr/>
        <a:lstStyle/>
        <a:p>
          <a:endParaRPr lang="en-US"/>
        </a:p>
      </dgm:t>
    </dgm:pt>
    <dgm:pt modelId="{3A544F62-B389-4B0D-8FCB-768E3638A869}">
      <dgm:prSet/>
      <dgm:spPr/>
      <dgm:t>
        <a:bodyPr/>
        <a:lstStyle/>
        <a:p>
          <a:r>
            <a:rPr lang="en-IN"/>
            <a:t>Weather Data Module – fetches live weather data from Open-Meteo and formats it for the frontend.</a:t>
          </a:r>
          <a:endParaRPr lang="en-US"/>
        </a:p>
      </dgm:t>
    </dgm:pt>
    <dgm:pt modelId="{941DC863-4142-436F-8670-86C8F280FBE5}" type="parTrans" cxnId="{272997B6-C1AC-4E0A-9360-6D6D093C3947}">
      <dgm:prSet/>
      <dgm:spPr/>
      <dgm:t>
        <a:bodyPr/>
        <a:lstStyle/>
        <a:p>
          <a:endParaRPr lang="en-US"/>
        </a:p>
      </dgm:t>
    </dgm:pt>
    <dgm:pt modelId="{3BC950E2-C029-4997-8E5A-5D9B2790710A}" type="sibTrans" cxnId="{272997B6-C1AC-4E0A-9360-6D6D093C3947}">
      <dgm:prSet/>
      <dgm:spPr/>
      <dgm:t>
        <a:bodyPr/>
        <a:lstStyle/>
        <a:p>
          <a:endParaRPr lang="en-US"/>
        </a:p>
      </dgm:t>
    </dgm:pt>
    <dgm:pt modelId="{22DBC19E-12D2-42C6-AEF0-CB9DD26050CA}">
      <dgm:prSet/>
      <dgm:spPr/>
      <dgm:t>
        <a:bodyPr/>
        <a:lstStyle/>
        <a:p>
          <a:r>
            <a:rPr lang="en-IN"/>
            <a:t>Risk Analysis Module – uses the RiskAnalysisService to process weather data, apply seasonal baselines and threshold/compound rules, and output a risk level (Low, Medium, or High) with a reason.</a:t>
          </a:r>
          <a:endParaRPr lang="en-US"/>
        </a:p>
      </dgm:t>
    </dgm:pt>
    <dgm:pt modelId="{98AF98D1-5A03-4407-8554-18CEB3766551}" type="parTrans" cxnId="{B8F8F51D-E7FC-40D9-A197-D4BDB67AC928}">
      <dgm:prSet/>
      <dgm:spPr/>
      <dgm:t>
        <a:bodyPr/>
        <a:lstStyle/>
        <a:p>
          <a:endParaRPr lang="en-US"/>
        </a:p>
      </dgm:t>
    </dgm:pt>
    <dgm:pt modelId="{A10A0D13-193B-4614-8334-ED9D363C2B5F}" type="sibTrans" cxnId="{B8F8F51D-E7FC-40D9-A197-D4BDB67AC928}">
      <dgm:prSet/>
      <dgm:spPr/>
      <dgm:t>
        <a:bodyPr/>
        <a:lstStyle/>
        <a:p>
          <a:endParaRPr lang="en-US"/>
        </a:p>
      </dgm:t>
    </dgm:pt>
    <dgm:pt modelId="{DB058B1A-AF5B-4B91-A6A8-C45B4FFECA46}">
      <dgm:prSet/>
      <dgm:spPr/>
      <dgm:t>
        <a:bodyPr/>
        <a:lstStyle/>
        <a:p>
          <a:r>
            <a:rPr lang="en-IN"/>
            <a:t>Alerts Module – generates and categorizes alerts by severity, using a hybrid mechanism of real API data where available and admin-managed alerts otherwise.</a:t>
          </a:r>
          <a:endParaRPr lang="en-US"/>
        </a:p>
      </dgm:t>
    </dgm:pt>
    <dgm:pt modelId="{C1FE003D-147E-4668-9040-B2691A1EA74F}" type="parTrans" cxnId="{61228A33-7364-418E-805A-6F918986F699}">
      <dgm:prSet/>
      <dgm:spPr/>
      <dgm:t>
        <a:bodyPr/>
        <a:lstStyle/>
        <a:p>
          <a:endParaRPr lang="en-US"/>
        </a:p>
      </dgm:t>
    </dgm:pt>
    <dgm:pt modelId="{82E42DFA-E867-4C90-B6AE-DB325DF7149B}" type="sibTrans" cxnId="{61228A33-7364-418E-805A-6F918986F699}">
      <dgm:prSet/>
      <dgm:spPr/>
      <dgm:t>
        <a:bodyPr/>
        <a:lstStyle/>
        <a:p>
          <a:endParaRPr lang="en-US"/>
        </a:p>
      </dgm:t>
    </dgm:pt>
    <dgm:pt modelId="{A9F56AC4-07B9-4E6B-B379-D3FE981C2ABD}">
      <dgm:prSet/>
      <dgm:spPr/>
      <dgm:t>
        <a:bodyPr/>
        <a:lstStyle/>
        <a:p>
          <a:r>
            <a:rPr lang="en-IN"/>
            <a:t>Emergency Preparedness Module – serves safety guidelines matched to the current risk level and disaster type.</a:t>
          </a:r>
          <a:endParaRPr lang="en-US"/>
        </a:p>
      </dgm:t>
    </dgm:pt>
    <dgm:pt modelId="{F6C2C3A5-C4E0-4140-B8A5-A00D587B8D4A}" type="parTrans" cxnId="{5549F732-A7E0-4948-A884-779C3FE75B02}">
      <dgm:prSet/>
      <dgm:spPr/>
      <dgm:t>
        <a:bodyPr/>
        <a:lstStyle/>
        <a:p>
          <a:endParaRPr lang="en-US"/>
        </a:p>
      </dgm:t>
    </dgm:pt>
    <dgm:pt modelId="{93F35651-41C9-42DD-86C7-A09ADC0A6918}" type="sibTrans" cxnId="{5549F732-A7E0-4948-A884-779C3FE75B02}">
      <dgm:prSet/>
      <dgm:spPr/>
      <dgm:t>
        <a:bodyPr/>
        <a:lstStyle/>
        <a:p>
          <a:endParaRPr lang="en-US"/>
        </a:p>
      </dgm:t>
    </dgm:pt>
    <dgm:pt modelId="{89BC9638-1A32-40DA-87CD-7C7954380104}">
      <dgm:prSet/>
      <dgm:spPr/>
      <dgm:t>
        <a:bodyPr/>
        <a:lstStyle/>
        <a:p>
          <a:r>
            <a:rPr lang="en-IN"/>
            <a:t>Data Visualization Module – formats historical and trend weather data for charts on the frontend.</a:t>
          </a:r>
          <a:endParaRPr lang="en-US"/>
        </a:p>
      </dgm:t>
    </dgm:pt>
    <dgm:pt modelId="{59BA158F-6942-478E-8360-38206A23D86E}" type="parTrans" cxnId="{BB4EAF2B-2864-4432-97AC-870523BE4460}">
      <dgm:prSet/>
      <dgm:spPr/>
      <dgm:t>
        <a:bodyPr/>
        <a:lstStyle/>
        <a:p>
          <a:endParaRPr lang="en-US"/>
        </a:p>
      </dgm:t>
    </dgm:pt>
    <dgm:pt modelId="{77669DAF-65A5-4E57-9846-49BF2AD14FDB}" type="sibTrans" cxnId="{BB4EAF2B-2864-4432-97AC-870523BE4460}">
      <dgm:prSet/>
      <dgm:spPr/>
      <dgm:t>
        <a:bodyPr/>
        <a:lstStyle/>
        <a:p>
          <a:endParaRPr lang="en-US"/>
        </a:p>
      </dgm:t>
    </dgm:pt>
    <dgm:pt modelId="{346AD3E2-2A34-4602-B255-19C08B6B17F4}">
      <dgm:prSet/>
      <dgm:spPr/>
      <dgm:t>
        <a:bodyPr/>
        <a:lstStyle/>
        <a:p>
          <a:r>
            <a:rPr lang="en-IN"/>
            <a:t>Admin Module – allows admins to manage alerts and monitor system activity, restricted to users with an admin role.</a:t>
          </a:r>
          <a:endParaRPr lang="en-US"/>
        </a:p>
      </dgm:t>
    </dgm:pt>
    <dgm:pt modelId="{73201A22-1761-462C-B93B-78164E023631}" type="parTrans" cxnId="{B1737A28-124E-4BB4-BBDB-D3FA43485010}">
      <dgm:prSet/>
      <dgm:spPr/>
      <dgm:t>
        <a:bodyPr/>
        <a:lstStyle/>
        <a:p>
          <a:endParaRPr lang="en-US"/>
        </a:p>
      </dgm:t>
    </dgm:pt>
    <dgm:pt modelId="{822D3744-B4C7-4839-B00F-C73B3AE399DB}" type="sibTrans" cxnId="{B1737A28-124E-4BB4-BBDB-D3FA43485010}">
      <dgm:prSet/>
      <dgm:spPr/>
      <dgm:t>
        <a:bodyPr/>
        <a:lstStyle/>
        <a:p>
          <a:endParaRPr lang="en-US"/>
        </a:p>
      </dgm:t>
    </dgm:pt>
    <dgm:pt modelId="{0199C4E6-8B7F-4B50-AA5D-132E8DA9D007}" type="pres">
      <dgm:prSet presAssocID="{86CC364F-CD51-4B87-8E10-2B0CA8EFB3E9}" presName="root" presStyleCnt="0">
        <dgm:presLayoutVars>
          <dgm:dir/>
          <dgm:resizeHandles val="exact"/>
        </dgm:presLayoutVars>
      </dgm:prSet>
      <dgm:spPr/>
    </dgm:pt>
    <dgm:pt modelId="{4F246854-2DCA-48BB-BF40-2CCFD03538FC}" type="pres">
      <dgm:prSet presAssocID="{6DA89303-E096-4FCC-92B4-EA032697FC1D}" presName="compNode" presStyleCnt="0"/>
      <dgm:spPr/>
    </dgm:pt>
    <dgm:pt modelId="{0A690BC8-DA27-4101-86EF-00010DF7CCA8}" type="pres">
      <dgm:prSet presAssocID="{6DA89303-E096-4FCC-92B4-EA032697FC1D}" presName="bgRect" presStyleLbl="bgShp" presStyleIdx="0" presStyleCnt="7"/>
      <dgm:spPr/>
    </dgm:pt>
    <dgm:pt modelId="{CFFEB129-B599-4AD0-B1A3-79F402EBE1D4}" type="pres">
      <dgm:prSet presAssocID="{6DA89303-E096-4FCC-92B4-EA032697FC1D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2AC197CE-433D-44EA-863B-8A79E5917CDD}" type="pres">
      <dgm:prSet presAssocID="{6DA89303-E096-4FCC-92B4-EA032697FC1D}" presName="spaceRect" presStyleCnt="0"/>
      <dgm:spPr/>
    </dgm:pt>
    <dgm:pt modelId="{36B7BBE5-540F-4827-A374-992391728A47}" type="pres">
      <dgm:prSet presAssocID="{6DA89303-E096-4FCC-92B4-EA032697FC1D}" presName="parTx" presStyleLbl="revTx" presStyleIdx="0" presStyleCnt="7">
        <dgm:presLayoutVars>
          <dgm:chMax val="0"/>
          <dgm:chPref val="0"/>
        </dgm:presLayoutVars>
      </dgm:prSet>
      <dgm:spPr/>
    </dgm:pt>
    <dgm:pt modelId="{E220FBBE-F2B0-4D39-91B7-2D39EB9784FE}" type="pres">
      <dgm:prSet presAssocID="{4AB814F5-BAF8-4AF5-AA55-16C26ECD6B28}" presName="sibTrans" presStyleCnt="0"/>
      <dgm:spPr/>
    </dgm:pt>
    <dgm:pt modelId="{C453D2D1-2F4F-4CCF-A188-EBC106DF675C}" type="pres">
      <dgm:prSet presAssocID="{3A544F62-B389-4B0D-8FCB-768E3638A869}" presName="compNode" presStyleCnt="0"/>
      <dgm:spPr/>
    </dgm:pt>
    <dgm:pt modelId="{33D1EB9B-EE82-404A-98C1-EBAD8A4E258B}" type="pres">
      <dgm:prSet presAssocID="{3A544F62-B389-4B0D-8FCB-768E3638A869}" presName="bgRect" presStyleLbl="bgShp" presStyleIdx="1" presStyleCnt="7"/>
      <dgm:spPr/>
    </dgm:pt>
    <dgm:pt modelId="{D5CB9D4F-4197-4DBC-B6AA-22899E960DDC}" type="pres">
      <dgm:prSet presAssocID="{3A544F62-B389-4B0D-8FCB-768E3638A869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7CB2C48-4946-49C3-832C-761646BC0434}" type="pres">
      <dgm:prSet presAssocID="{3A544F62-B389-4B0D-8FCB-768E3638A869}" presName="spaceRect" presStyleCnt="0"/>
      <dgm:spPr/>
    </dgm:pt>
    <dgm:pt modelId="{93F07D87-4C86-4662-96C9-C8A31C08C820}" type="pres">
      <dgm:prSet presAssocID="{3A544F62-B389-4B0D-8FCB-768E3638A869}" presName="parTx" presStyleLbl="revTx" presStyleIdx="1" presStyleCnt="7">
        <dgm:presLayoutVars>
          <dgm:chMax val="0"/>
          <dgm:chPref val="0"/>
        </dgm:presLayoutVars>
      </dgm:prSet>
      <dgm:spPr/>
    </dgm:pt>
    <dgm:pt modelId="{8E946F5E-43DC-4191-BF54-1A6AAA62BFBE}" type="pres">
      <dgm:prSet presAssocID="{3BC950E2-C029-4997-8E5A-5D9B2790710A}" presName="sibTrans" presStyleCnt="0"/>
      <dgm:spPr/>
    </dgm:pt>
    <dgm:pt modelId="{36D306DB-7222-492C-A1D8-2A48C8C206BF}" type="pres">
      <dgm:prSet presAssocID="{22DBC19E-12D2-42C6-AEF0-CB9DD26050CA}" presName="compNode" presStyleCnt="0"/>
      <dgm:spPr/>
    </dgm:pt>
    <dgm:pt modelId="{D53DD9CE-68FC-46D9-854E-3294E7672C07}" type="pres">
      <dgm:prSet presAssocID="{22DBC19E-12D2-42C6-AEF0-CB9DD26050CA}" presName="bgRect" presStyleLbl="bgShp" presStyleIdx="2" presStyleCnt="7"/>
      <dgm:spPr/>
    </dgm:pt>
    <dgm:pt modelId="{2A5F139B-A9A6-42CD-892B-E7BFF4CF5C39}" type="pres">
      <dgm:prSet presAssocID="{22DBC19E-12D2-42C6-AEF0-CB9DD26050CA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y scene"/>
        </a:ext>
      </dgm:extLst>
    </dgm:pt>
    <dgm:pt modelId="{6E4B97CE-FEB4-4260-BC86-4AC2D2AF8AD5}" type="pres">
      <dgm:prSet presAssocID="{22DBC19E-12D2-42C6-AEF0-CB9DD26050CA}" presName="spaceRect" presStyleCnt="0"/>
      <dgm:spPr/>
    </dgm:pt>
    <dgm:pt modelId="{0736299C-15F3-4245-9563-C7C2FA393F42}" type="pres">
      <dgm:prSet presAssocID="{22DBC19E-12D2-42C6-AEF0-CB9DD26050CA}" presName="parTx" presStyleLbl="revTx" presStyleIdx="2" presStyleCnt="7">
        <dgm:presLayoutVars>
          <dgm:chMax val="0"/>
          <dgm:chPref val="0"/>
        </dgm:presLayoutVars>
      </dgm:prSet>
      <dgm:spPr/>
    </dgm:pt>
    <dgm:pt modelId="{D7182293-BD5D-4055-9A1D-69DDD6318793}" type="pres">
      <dgm:prSet presAssocID="{A10A0D13-193B-4614-8334-ED9D363C2B5F}" presName="sibTrans" presStyleCnt="0"/>
      <dgm:spPr/>
    </dgm:pt>
    <dgm:pt modelId="{192D56A1-61F7-4AEA-A685-F93E04C014E3}" type="pres">
      <dgm:prSet presAssocID="{DB058B1A-AF5B-4B91-A6A8-C45B4FFECA46}" presName="compNode" presStyleCnt="0"/>
      <dgm:spPr/>
    </dgm:pt>
    <dgm:pt modelId="{6AEA45D1-A162-4EEF-A3BB-FBDF932CF697}" type="pres">
      <dgm:prSet presAssocID="{DB058B1A-AF5B-4B91-A6A8-C45B4FFECA46}" presName="bgRect" presStyleLbl="bgShp" presStyleIdx="3" presStyleCnt="7"/>
      <dgm:spPr/>
    </dgm:pt>
    <dgm:pt modelId="{9F9C219E-B154-4F44-BAF6-41115B112B14}" type="pres">
      <dgm:prSet presAssocID="{DB058B1A-AF5B-4B91-A6A8-C45B4FFECA46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1B58A895-CD64-44E8-984B-9F25D41E5CE0}" type="pres">
      <dgm:prSet presAssocID="{DB058B1A-AF5B-4B91-A6A8-C45B4FFECA46}" presName="spaceRect" presStyleCnt="0"/>
      <dgm:spPr/>
    </dgm:pt>
    <dgm:pt modelId="{C16D62ED-EB4C-43FA-A9FB-5051159C2CE7}" type="pres">
      <dgm:prSet presAssocID="{DB058B1A-AF5B-4B91-A6A8-C45B4FFECA46}" presName="parTx" presStyleLbl="revTx" presStyleIdx="3" presStyleCnt="7">
        <dgm:presLayoutVars>
          <dgm:chMax val="0"/>
          <dgm:chPref val="0"/>
        </dgm:presLayoutVars>
      </dgm:prSet>
      <dgm:spPr/>
    </dgm:pt>
    <dgm:pt modelId="{2A4B6E73-BA89-4B2E-81EB-D878134CE531}" type="pres">
      <dgm:prSet presAssocID="{82E42DFA-E867-4C90-B6AE-DB325DF7149B}" presName="sibTrans" presStyleCnt="0"/>
      <dgm:spPr/>
    </dgm:pt>
    <dgm:pt modelId="{5FC8544C-B214-448A-8916-1EB17D73CBC1}" type="pres">
      <dgm:prSet presAssocID="{A9F56AC4-07B9-4E6B-B379-D3FE981C2ABD}" presName="compNode" presStyleCnt="0"/>
      <dgm:spPr/>
    </dgm:pt>
    <dgm:pt modelId="{660BEC64-A874-4637-BCC8-5ACD9FE4CDAE}" type="pres">
      <dgm:prSet presAssocID="{A9F56AC4-07B9-4E6B-B379-D3FE981C2ABD}" presName="bgRect" presStyleLbl="bgShp" presStyleIdx="4" presStyleCnt="7"/>
      <dgm:spPr/>
    </dgm:pt>
    <dgm:pt modelId="{E6C604D4-475C-42E1-8587-B36F924A6C36}" type="pres">
      <dgm:prSet presAssocID="{A9F56AC4-07B9-4E6B-B379-D3FE981C2ABD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DB6A8532-5284-4F2D-A66E-193A2D6FAF0F}" type="pres">
      <dgm:prSet presAssocID="{A9F56AC4-07B9-4E6B-B379-D3FE981C2ABD}" presName="spaceRect" presStyleCnt="0"/>
      <dgm:spPr/>
    </dgm:pt>
    <dgm:pt modelId="{9DC4561B-6ABE-4D81-A7DF-7A6C6C30B2AF}" type="pres">
      <dgm:prSet presAssocID="{A9F56AC4-07B9-4E6B-B379-D3FE981C2ABD}" presName="parTx" presStyleLbl="revTx" presStyleIdx="4" presStyleCnt="7">
        <dgm:presLayoutVars>
          <dgm:chMax val="0"/>
          <dgm:chPref val="0"/>
        </dgm:presLayoutVars>
      </dgm:prSet>
      <dgm:spPr/>
    </dgm:pt>
    <dgm:pt modelId="{3C6F8362-8627-449C-AE53-76376D45C841}" type="pres">
      <dgm:prSet presAssocID="{93F35651-41C9-42DD-86C7-A09ADC0A6918}" presName="sibTrans" presStyleCnt="0"/>
      <dgm:spPr/>
    </dgm:pt>
    <dgm:pt modelId="{36DC265A-287B-43FD-AC94-BBCA4970C649}" type="pres">
      <dgm:prSet presAssocID="{89BC9638-1A32-40DA-87CD-7C7954380104}" presName="compNode" presStyleCnt="0"/>
      <dgm:spPr/>
    </dgm:pt>
    <dgm:pt modelId="{BE4C1C80-2E8F-4BF1-A11C-2AF00385CEA4}" type="pres">
      <dgm:prSet presAssocID="{89BC9638-1A32-40DA-87CD-7C7954380104}" presName="bgRect" presStyleLbl="bgShp" presStyleIdx="5" presStyleCnt="7"/>
      <dgm:spPr/>
    </dgm:pt>
    <dgm:pt modelId="{B4D30CD7-27F6-4506-956E-000062B50098}" type="pres">
      <dgm:prSet presAssocID="{89BC9638-1A32-40DA-87CD-7C7954380104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4EA3C7A-CF29-4E0A-B350-E150FBCE3FF9}" type="pres">
      <dgm:prSet presAssocID="{89BC9638-1A32-40DA-87CD-7C7954380104}" presName="spaceRect" presStyleCnt="0"/>
      <dgm:spPr/>
    </dgm:pt>
    <dgm:pt modelId="{004AEA51-0C83-4207-BD75-7FCB4DF1FF2E}" type="pres">
      <dgm:prSet presAssocID="{89BC9638-1A32-40DA-87CD-7C7954380104}" presName="parTx" presStyleLbl="revTx" presStyleIdx="5" presStyleCnt="7">
        <dgm:presLayoutVars>
          <dgm:chMax val="0"/>
          <dgm:chPref val="0"/>
        </dgm:presLayoutVars>
      </dgm:prSet>
      <dgm:spPr/>
    </dgm:pt>
    <dgm:pt modelId="{72C732FE-A803-4478-B75E-9A98CDBDAC51}" type="pres">
      <dgm:prSet presAssocID="{77669DAF-65A5-4E57-9846-49BF2AD14FDB}" presName="sibTrans" presStyleCnt="0"/>
      <dgm:spPr/>
    </dgm:pt>
    <dgm:pt modelId="{78A66EA8-DD96-4E8E-8AB5-CEDD1550A240}" type="pres">
      <dgm:prSet presAssocID="{346AD3E2-2A34-4602-B255-19C08B6B17F4}" presName="compNode" presStyleCnt="0"/>
      <dgm:spPr/>
    </dgm:pt>
    <dgm:pt modelId="{FEBEA99C-36D0-4E37-84F1-8A6FAE7C231F}" type="pres">
      <dgm:prSet presAssocID="{346AD3E2-2A34-4602-B255-19C08B6B17F4}" presName="bgRect" presStyleLbl="bgShp" presStyleIdx="6" presStyleCnt="7"/>
      <dgm:spPr/>
    </dgm:pt>
    <dgm:pt modelId="{853F7442-B0F8-423E-BA14-3A8C882E697C}" type="pres">
      <dgm:prSet presAssocID="{346AD3E2-2A34-4602-B255-19C08B6B17F4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026E3273-BBF5-411D-A300-E7D44D295A01}" type="pres">
      <dgm:prSet presAssocID="{346AD3E2-2A34-4602-B255-19C08B6B17F4}" presName="spaceRect" presStyleCnt="0"/>
      <dgm:spPr/>
    </dgm:pt>
    <dgm:pt modelId="{1A984EFD-B1EC-40AA-A4BD-6526059B002C}" type="pres">
      <dgm:prSet presAssocID="{346AD3E2-2A34-4602-B255-19C08B6B17F4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D44B4B13-6720-4038-814C-7F2E26067C87}" type="presOf" srcId="{3A544F62-B389-4B0D-8FCB-768E3638A869}" destId="{93F07D87-4C86-4662-96C9-C8A31C08C820}" srcOrd="0" destOrd="0" presId="urn:microsoft.com/office/officeart/2018/2/layout/IconVerticalSolidList"/>
    <dgm:cxn modelId="{B8F8F51D-E7FC-40D9-A197-D4BDB67AC928}" srcId="{86CC364F-CD51-4B87-8E10-2B0CA8EFB3E9}" destId="{22DBC19E-12D2-42C6-AEF0-CB9DD26050CA}" srcOrd="2" destOrd="0" parTransId="{98AF98D1-5A03-4407-8554-18CEB3766551}" sibTransId="{A10A0D13-193B-4614-8334-ED9D363C2B5F}"/>
    <dgm:cxn modelId="{B1737A28-124E-4BB4-BBDB-D3FA43485010}" srcId="{86CC364F-CD51-4B87-8E10-2B0CA8EFB3E9}" destId="{346AD3E2-2A34-4602-B255-19C08B6B17F4}" srcOrd="6" destOrd="0" parTransId="{73201A22-1761-462C-B93B-78164E023631}" sibTransId="{822D3744-B4C7-4839-B00F-C73B3AE399DB}"/>
    <dgm:cxn modelId="{BB4EAF2B-2864-4432-97AC-870523BE4460}" srcId="{86CC364F-CD51-4B87-8E10-2B0CA8EFB3E9}" destId="{89BC9638-1A32-40DA-87CD-7C7954380104}" srcOrd="5" destOrd="0" parTransId="{59BA158F-6942-478E-8360-38206A23D86E}" sibTransId="{77669DAF-65A5-4E57-9846-49BF2AD14FDB}"/>
    <dgm:cxn modelId="{1A0B8B30-3EB7-4C9D-8F17-B42457622A05}" srcId="{86CC364F-CD51-4B87-8E10-2B0CA8EFB3E9}" destId="{6DA89303-E096-4FCC-92B4-EA032697FC1D}" srcOrd="0" destOrd="0" parTransId="{F47E3029-D38A-466C-9C9B-A91855D4A859}" sibTransId="{4AB814F5-BAF8-4AF5-AA55-16C26ECD6B28}"/>
    <dgm:cxn modelId="{5549F732-A7E0-4948-A884-779C3FE75B02}" srcId="{86CC364F-CD51-4B87-8E10-2B0CA8EFB3E9}" destId="{A9F56AC4-07B9-4E6B-B379-D3FE981C2ABD}" srcOrd="4" destOrd="0" parTransId="{F6C2C3A5-C4E0-4140-B8A5-A00D587B8D4A}" sibTransId="{93F35651-41C9-42DD-86C7-A09ADC0A6918}"/>
    <dgm:cxn modelId="{61228A33-7364-418E-805A-6F918986F699}" srcId="{86CC364F-CD51-4B87-8E10-2B0CA8EFB3E9}" destId="{DB058B1A-AF5B-4B91-A6A8-C45B4FFECA46}" srcOrd="3" destOrd="0" parTransId="{C1FE003D-147E-4668-9040-B2691A1EA74F}" sibTransId="{82E42DFA-E867-4C90-B6AE-DB325DF7149B}"/>
    <dgm:cxn modelId="{54DF0337-AD8E-4712-9C08-CCE103455E90}" type="presOf" srcId="{22DBC19E-12D2-42C6-AEF0-CB9DD26050CA}" destId="{0736299C-15F3-4245-9563-C7C2FA393F42}" srcOrd="0" destOrd="0" presId="urn:microsoft.com/office/officeart/2018/2/layout/IconVerticalSolidList"/>
    <dgm:cxn modelId="{42CD933E-480F-4864-9B9A-414D85A339F1}" type="presOf" srcId="{89BC9638-1A32-40DA-87CD-7C7954380104}" destId="{004AEA51-0C83-4207-BD75-7FCB4DF1FF2E}" srcOrd="0" destOrd="0" presId="urn:microsoft.com/office/officeart/2018/2/layout/IconVerticalSolidList"/>
    <dgm:cxn modelId="{1891A963-E2A2-46C9-B744-504DC102CDEB}" type="presOf" srcId="{346AD3E2-2A34-4602-B255-19C08B6B17F4}" destId="{1A984EFD-B1EC-40AA-A4BD-6526059B002C}" srcOrd="0" destOrd="0" presId="urn:microsoft.com/office/officeart/2018/2/layout/IconVerticalSolidList"/>
    <dgm:cxn modelId="{480CD743-5B4F-4019-9D67-344247891E69}" type="presOf" srcId="{6DA89303-E096-4FCC-92B4-EA032697FC1D}" destId="{36B7BBE5-540F-4827-A374-992391728A47}" srcOrd="0" destOrd="0" presId="urn:microsoft.com/office/officeart/2018/2/layout/IconVerticalSolidList"/>
    <dgm:cxn modelId="{2E67AFA9-5F76-4C0A-9B48-6A22C302FD46}" type="presOf" srcId="{A9F56AC4-07B9-4E6B-B379-D3FE981C2ABD}" destId="{9DC4561B-6ABE-4D81-A7DF-7A6C6C30B2AF}" srcOrd="0" destOrd="0" presId="urn:microsoft.com/office/officeart/2018/2/layout/IconVerticalSolidList"/>
    <dgm:cxn modelId="{272997B6-C1AC-4E0A-9360-6D6D093C3947}" srcId="{86CC364F-CD51-4B87-8E10-2B0CA8EFB3E9}" destId="{3A544F62-B389-4B0D-8FCB-768E3638A869}" srcOrd="1" destOrd="0" parTransId="{941DC863-4142-436F-8670-86C8F280FBE5}" sibTransId="{3BC950E2-C029-4997-8E5A-5D9B2790710A}"/>
    <dgm:cxn modelId="{37AFF1CB-DFAE-4517-900B-944015FB0687}" type="presOf" srcId="{86CC364F-CD51-4B87-8E10-2B0CA8EFB3E9}" destId="{0199C4E6-8B7F-4B50-AA5D-132E8DA9D007}" srcOrd="0" destOrd="0" presId="urn:microsoft.com/office/officeart/2018/2/layout/IconVerticalSolidList"/>
    <dgm:cxn modelId="{3B2577F4-7FC7-4490-B619-549A5FB6DD3D}" type="presOf" srcId="{DB058B1A-AF5B-4B91-A6A8-C45B4FFECA46}" destId="{C16D62ED-EB4C-43FA-A9FB-5051159C2CE7}" srcOrd="0" destOrd="0" presId="urn:microsoft.com/office/officeart/2018/2/layout/IconVerticalSolidList"/>
    <dgm:cxn modelId="{986298E1-C4E7-44DE-8891-ACD2C912E421}" type="presParOf" srcId="{0199C4E6-8B7F-4B50-AA5D-132E8DA9D007}" destId="{4F246854-2DCA-48BB-BF40-2CCFD03538FC}" srcOrd="0" destOrd="0" presId="urn:microsoft.com/office/officeart/2018/2/layout/IconVerticalSolidList"/>
    <dgm:cxn modelId="{D3431DEF-9AF1-45FD-AAB7-878ED273C1AD}" type="presParOf" srcId="{4F246854-2DCA-48BB-BF40-2CCFD03538FC}" destId="{0A690BC8-DA27-4101-86EF-00010DF7CCA8}" srcOrd="0" destOrd="0" presId="urn:microsoft.com/office/officeart/2018/2/layout/IconVerticalSolidList"/>
    <dgm:cxn modelId="{69C6028F-19F9-4C89-A943-E559AA1F1B38}" type="presParOf" srcId="{4F246854-2DCA-48BB-BF40-2CCFD03538FC}" destId="{CFFEB129-B599-4AD0-B1A3-79F402EBE1D4}" srcOrd="1" destOrd="0" presId="urn:microsoft.com/office/officeart/2018/2/layout/IconVerticalSolidList"/>
    <dgm:cxn modelId="{E1203620-E2E3-4D99-9300-53FCC6D2C89B}" type="presParOf" srcId="{4F246854-2DCA-48BB-BF40-2CCFD03538FC}" destId="{2AC197CE-433D-44EA-863B-8A79E5917CDD}" srcOrd="2" destOrd="0" presId="urn:microsoft.com/office/officeart/2018/2/layout/IconVerticalSolidList"/>
    <dgm:cxn modelId="{2D6870DB-6296-4C3E-A196-1B65FFE5710B}" type="presParOf" srcId="{4F246854-2DCA-48BB-BF40-2CCFD03538FC}" destId="{36B7BBE5-540F-4827-A374-992391728A47}" srcOrd="3" destOrd="0" presId="urn:microsoft.com/office/officeart/2018/2/layout/IconVerticalSolidList"/>
    <dgm:cxn modelId="{9605A372-C95D-44D6-AEAE-AAD2EAE8CDFD}" type="presParOf" srcId="{0199C4E6-8B7F-4B50-AA5D-132E8DA9D007}" destId="{E220FBBE-F2B0-4D39-91B7-2D39EB9784FE}" srcOrd="1" destOrd="0" presId="urn:microsoft.com/office/officeart/2018/2/layout/IconVerticalSolidList"/>
    <dgm:cxn modelId="{22838D89-24CF-4204-8CD3-619C0AE38110}" type="presParOf" srcId="{0199C4E6-8B7F-4B50-AA5D-132E8DA9D007}" destId="{C453D2D1-2F4F-4CCF-A188-EBC106DF675C}" srcOrd="2" destOrd="0" presId="urn:microsoft.com/office/officeart/2018/2/layout/IconVerticalSolidList"/>
    <dgm:cxn modelId="{1A05E41F-F0F3-449C-8D18-7AA8DBEB2617}" type="presParOf" srcId="{C453D2D1-2F4F-4CCF-A188-EBC106DF675C}" destId="{33D1EB9B-EE82-404A-98C1-EBAD8A4E258B}" srcOrd="0" destOrd="0" presId="urn:microsoft.com/office/officeart/2018/2/layout/IconVerticalSolidList"/>
    <dgm:cxn modelId="{09C84B62-93E7-480C-850B-41454D36D59A}" type="presParOf" srcId="{C453D2D1-2F4F-4CCF-A188-EBC106DF675C}" destId="{D5CB9D4F-4197-4DBC-B6AA-22899E960DDC}" srcOrd="1" destOrd="0" presId="urn:microsoft.com/office/officeart/2018/2/layout/IconVerticalSolidList"/>
    <dgm:cxn modelId="{15CBB6AA-EC2B-4832-B8F6-8FFA8DB3C9F2}" type="presParOf" srcId="{C453D2D1-2F4F-4CCF-A188-EBC106DF675C}" destId="{F7CB2C48-4946-49C3-832C-761646BC0434}" srcOrd="2" destOrd="0" presId="urn:microsoft.com/office/officeart/2018/2/layout/IconVerticalSolidList"/>
    <dgm:cxn modelId="{9C60369E-359A-4190-9CF1-9EB67B99EF76}" type="presParOf" srcId="{C453D2D1-2F4F-4CCF-A188-EBC106DF675C}" destId="{93F07D87-4C86-4662-96C9-C8A31C08C820}" srcOrd="3" destOrd="0" presId="urn:microsoft.com/office/officeart/2018/2/layout/IconVerticalSolidList"/>
    <dgm:cxn modelId="{735DA820-7C82-45CC-ACF4-486E6C194B77}" type="presParOf" srcId="{0199C4E6-8B7F-4B50-AA5D-132E8DA9D007}" destId="{8E946F5E-43DC-4191-BF54-1A6AAA62BFBE}" srcOrd="3" destOrd="0" presId="urn:microsoft.com/office/officeart/2018/2/layout/IconVerticalSolidList"/>
    <dgm:cxn modelId="{504B73EF-6CD8-4627-8C69-834EAECF109E}" type="presParOf" srcId="{0199C4E6-8B7F-4B50-AA5D-132E8DA9D007}" destId="{36D306DB-7222-492C-A1D8-2A48C8C206BF}" srcOrd="4" destOrd="0" presId="urn:microsoft.com/office/officeart/2018/2/layout/IconVerticalSolidList"/>
    <dgm:cxn modelId="{CFE17567-40F8-4B88-A762-47C67EF09F85}" type="presParOf" srcId="{36D306DB-7222-492C-A1D8-2A48C8C206BF}" destId="{D53DD9CE-68FC-46D9-854E-3294E7672C07}" srcOrd="0" destOrd="0" presId="urn:microsoft.com/office/officeart/2018/2/layout/IconVerticalSolidList"/>
    <dgm:cxn modelId="{A1D87721-69D2-4651-8479-D30D5FB70FB5}" type="presParOf" srcId="{36D306DB-7222-492C-A1D8-2A48C8C206BF}" destId="{2A5F139B-A9A6-42CD-892B-E7BFF4CF5C39}" srcOrd="1" destOrd="0" presId="urn:microsoft.com/office/officeart/2018/2/layout/IconVerticalSolidList"/>
    <dgm:cxn modelId="{C4F255D1-A8FE-4D3C-80AF-372B74230385}" type="presParOf" srcId="{36D306DB-7222-492C-A1D8-2A48C8C206BF}" destId="{6E4B97CE-FEB4-4260-BC86-4AC2D2AF8AD5}" srcOrd="2" destOrd="0" presId="urn:microsoft.com/office/officeart/2018/2/layout/IconVerticalSolidList"/>
    <dgm:cxn modelId="{9D1D8502-E375-49FE-A85B-6DAB95754FFA}" type="presParOf" srcId="{36D306DB-7222-492C-A1D8-2A48C8C206BF}" destId="{0736299C-15F3-4245-9563-C7C2FA393F42}" srcOrd="3" destOrd="0" presId="urn:microsoft.com/office/officeart/2018/2/layout/IconVerticalSolidList"/>
    <dgm:cxn modelId="{594F8781-007B-4479-874B-CB6A13354924}" type="presParOf" srcId="{0199C4E6-8B7F-4B50-AA5D-132E8DA9D007}" destId="{D7182293-BD5D-4055-9A1D-69DDD6318793}" srcOrd="5" destOrd="0" presId="urn:microsoft.com/office/officeart/2018/2/layout/IconVerticalSolidList"/>
    <dgm:cxn modelId="{65FC1B39-E34E-4EC1-AD0A-52AF1197AE6D}" type="presParOf" srcId="{0199C4E6-8B7F-4B50-AA5D-132E8DA9D007}" destId="{192D56A1-61F7-4AEA-A685-F93E04C014E3}" srcOrd="6" destOrd="0" presId="urn:microsoft.com/office/officeart/2018/2/layout/IconVerticalSolidList"/>
    <dgm:cxn modelId="{8E906F4D-6397-44BB-854C-9884B4B69E16}" type="presParOf" srcId="{192D56A1-61F7-4AEA-A685-F93E04C014E3}" destId="{6AEA45D1-A162-4EEF-A3BB-FBDF932CF697}" srcOrd="0" destOrd="0" presId="urn:microsoft.com/office/officeart/2018/2/layout/IconVerticalSolidList"/>
    <dgm:cxn modelId="{5F6C57A6-0DD2-431C-A755-2CF46085989F}" type="presParOf" srcId="{192D56A1-61F7-4AEA-A685-F93E04C014E3}" destId="{9F9C219E-B154-4F44-BAF6-41115B112B14}" srcOrd="1" destOrd="0" presId="urn:microsoft.com/office/officeart/2018/2/layout/IconVerticalSolidList"/>
    <dgm:cxn modelId="{1175D589-E0F9-4166-BD8B-32011B0244D1}" type="presParOf" srcId="{192D56A1-61F7-4AEA-A685-F93E04C014E3}" destId="{1B58A895-CD64-44E8-984B-9F25D41E5CE0}" srcOrd="2" destOrd="0" presId="urn:microsoft.com/office/officeart/2018/2/layout/IconVerticalSolidList"/>
    <dgm:cxn modelId="{4D501873-2F42-47CE-B257-7210C1560C44}" type="presParOf" srcId="{192D56A1-61F7-4AEA-A685-F93E04C014E3}" destId="{C16D62ED-EB4C-43FA-A9FB-5051159C2CE7}" srcOrd="3" destOrd="0" presId="urn:microsoft.com/office/officeart/2018/2/layout/IconVerticalSolidList"/>
    <dgm:cxn modelId="{E0A9F6FC-65F3-4068-876E-995E673EF5D7}" type="presParOf" srcId="{0199C4E6-8B7F-4B50-AA5D-132E8DA9D007}" destId="{2A4B6E73-BA89-4B2E-81EB-D878134CE531}" srcOrd="7" destOrd="0" presId="urn:microsoft.com/office/officeart/2018/2/layout/IconVerticalSolidList"/>
    <dgm:cxn modelId="{3BDFA272-0289-4D69-93E7-9E8089D4DD49}" type="presParOf" srcId="{0199C4E6-8B7F-4B50-AA5D-132E8DA9D007}" destId="{5FC8544C-B214-448A-8916-1EB17D73CBC1}" srcOrd="8" destOrd="0" presId="urn:microsoft.com/office/officeart/2018/2/layout/IconVerticalSolidList"/>
    <dgm:cxn modelId="{72EC3093-A83F-4703-A68C-9F370A6453DF}" type="presParOf" srcId="{5FC8544C-B214-448A-8916-1EB17D73CBC1}" destId="{660BEC64-A874-4637-BCC8-5ACD9FE4CDAE}" srcOrd="0" destOrd="0" presId="urn:microsoft.com/office/officeart/2018/2/layout/IconVerticalSolidList"/>
    <dgm:cxn modelId="{8CDF98EA-D77B-4C11-A568-414E445FC8B1}" type="presParOf" srcId="{5FC8544C-B214-448A-8916-1EB17D73CBC1}" destId="{E6C604D4-475C-42E1-8587-B36F924A6C36}" srcOrd="1" destOrd="0" presId="urn:microsoft.com/office/officeart/2018/2/layout/IconVerticalSolidList"/>
    <dgm:cxn modelId="{853DA34E-7A7F-4614-8D9D-F5D7C2E9A2B7}" type="presParOf" srcId="{5FC8544C-B214-448A-8916-1EB17D73CBC1}" destId="{DB6A8532-5284-4F2D-A66E-193A2D6FAF0F}" srcOrd="2" destOrd="0" presId="urn:microsoft.com/office/officeart/2018/2/layout/IconVerticalSolidList"/>
    <dgm:cxn modelId="{037F091A-1FAA-4376-9549-69D18315292B}" type="presParOf" srcId="{5FC8544C-B214-448A-8916-1EB17D73CBC1}" destId="{9DC4561B-6ABE-4D81-A7DF-7A6C6C30B2AF}" srcOrd="3" destOrd="0" presId="urn:microsoft.com/office/officeart/2018/2/layout/IconVerticalSolidList"/>
    <dgm:cxn modelId="{8B3ECEE4-F4B7-44B5-A7E2-CB61D858C7E1}" type="presParOf" srcId="{0199C4E6-8B7F-4B50-AA5D-132E8DA9D007}" destId="{3C6F8362-8627-449C-AE53-76376D45C841}" srcOrd="9" destOrd="0" presId="urn:microsoft.com/office/officeart/2018/2/layout/IconVerticalSolidList"/>
    <dgm:cxn modelId="{0A681ABB-EBF9-42CF-BABE-BDCE46E3FC3F}" type="presParOf" srcId="{0199C4E6-8B7F-4B50-AA5D-132E8DA9D007}" destId="{36DC265A-287B-43FD-AC94-BBCA4970C649}" srcOrd="10" destOrd="0" presId="urn:microsoft.com/office/officeart/2018/2/layout/IconVerticalSolidList"/>
    <dgm:cxn modelId="{C82C2B83-8F10-4D4C-80F7-24C34CA36805}" type="presParOf" srcId="{36DC265A-287B-43FD-AC94-BBCA4970C649}" destId="{BE4C1C80-2E8F-4BF1-A11C-2AF00385CEA4}" srcOrd="0" destOrd="0" presId="urn:microsoft.com/office/officeart/2018/2/layout/IconVerticalSolidList"/>
    <dgm:cxn modelId="{40BB35E8-556A-49CD-A3DD-11E25B978508}" type="presParOf" srcId="{36DC265A-287B-43FD-AC94-BBCA4970C649}" destId="{B4D30CD7-27F6-4506-956E-000062B50098}" srcOrd="1" destOrd="0" presId="urn:microsoft.com/office/officeart/2018/2/layout/IconVerticalSolidList"/>
    <dgm:cxn modelId="{5A21CDBE-B6E0-4C97-A69B-47E8141F5C21}" type="presParOf" srcId="{36DC265A-287B-43FD-AC94-BBCA4970C649}" destId="{C4EA3C7A-CF29-4E0A-B350-E150FBCE3FF9}" srcOrd="2" destOrd="0" presId="urn:microsoft.com/office/officeart/2018/2/layout/IconVerticalSolidList"/>
    <dgm:cxn modelId="{93279CC8-867C-4930-8AE9-7082A4489FA7}" type="presParOf" srcId="{36DC265A-287B-43FD-AC94-BBCA4970C649}" destId="{004AEA51-0C83-4207-BD75-7FCB4DF1FF2E}" srcOrd="3" destOrd="0" presId="urn:microsoft.com/office/officeart/2018/2/layout/IconVerticalSolidList"/>
    <dgm:cxn modelId="{523E4BB3-5AB1-4E18-92A8-09661CCB210D}" type="presParOf" srcId="{0199C4E6-8B7F-4B50-AA5D-132E8DA9D007}" destId="{72C732FE-A803-4478-B75E-9A98CDBDAC51}" srcOrd="11" destOrd="0" presId="urn:microsoft.com/office/officeart/2018/2/layout/IconVerticalSolidList"/>
    <dgm:cxn modelId="{A160A81A-4FA1-4023-92A7-89726DFB6A01}" type="presParOf" srcId="{0199C4E6-8B7F-4B50-AA5D-132E8DA9D007}" destId="{78A66EA8-DD96-4E8E-8AB5-CEDD1550A240}" srcOrd="12" destOrd="0" presId="urn:microsoft.com/office/officeart/2018/2/layout/IconVerticalSolidList"/>
    <dgm:cxn modelId="{179DCC4A-1B49-4BD4-949C-8DDF36DDF5ED}" type="presParOf" srcId="{78A66EA8-DD96-4E8E-8AB5-CEDD1550A240}" destId="{FEBEA99C-36D0-4E37-84F1-8A6FAE7C231F}" srcOrd="0" destOrd="0" presId="urn:microsoft.com/office/officeart/2018/2/layout/IconVerticalSolidList"/>
    <dgm:cxn modelId="{750A9B54-D633-4EA5-92FD-E02DFDD99A60}" type="presParOf" srcId="{78A66EA8-DD96-4E8E-8AB5-CEDD1550A240}" destId="{853F7442-B0F8-423E-BA14-3A8C882E697C}" srcOrd="1" destOrd="0" presId="urn:microsoft.com/office/officeart/2018/2/layout/IconVerticalSolidList"/>
    <dgm:cxn modelId="{4541A5D0-2B49-4139-9E6D-7C2BC5730679}" type="presParOf" srcId="{78A66EA8-DD96-4E8E-8AB5-CEDD1550A240}" destId="{026E3273-BBF5-411D-A300-E7D44D295A01}" srcOrd="2" destOrd="0" presId="urn:microsoft.com/office/officeart/2018/2/layout/IconVerticalSolidList"/>
    <dgm:cxn modelId="{05B281BD-F5F5-4C3F-9354-1718FD8F5847}" type="presParOf" srcId="{78A66EA8-DD96-4E8E-8AB5-CEDD1550A240}" destId="{1A984EFD-B1EC-40AA-A4BD-6526059B002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8C469F-C810-4611-9FE0-41A071170B21}">
      <dsp:nvSpPr>
        <dsp:cNvPr id="0" name=""/>
        <dsp:cNvSpPr/>
      </dsp:nvSpPr>
      <dsp:spPr>
        <a:xfrm>
          <a:off x="620530" y="471689"/>
          <a:ext cx="1921500" cy="19215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7F53E6-F729-4081-B4E4-772E50CE8AC7}">
      <dsp:nvSpPr>
        <dsp:cNvPr id="0" name=""/>
        <dsp:cNvSpPr/>
      </dsp:nvSpPr>
      <dsp:spPr>
        <a:xfrm>
          <a:off x="1030030" y="881189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BD4735-46EB-4120-8651-26107DBCB6BB}">
      <dsp:nvSpPr>
        <dsp:cNvPr id="0" name=""/>
        <dsp:cNvSpPr/>
      </dsp:nvSpPr>
      <dsp:spPr>
        <a:xfrm>
          <a:off x="6280" y="2991690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700" kern="1200"/>
            <a:t>Weather applications provide temperature, humidity, and rainfall data </a:t>
          </a:r>
          <a:endParaRPr lang="en-US" sz="1700" kern="1200"/>
        </a:p>
      </dsp:txBody>
      <dsp:txXfrm>
        <a:off x="6280" y="2991690"/>
        <a:ext cx="3150000" cy="720000"/>
      </dsp:txXfrm>
    </dsp:sp>
    <dsp:sp modelId="{99FA7E63-A437-419E-8F91-2D562813D686}">
      <dsp:nvSpPr>
        <dsp:cNvPr id="0" name=""/>
        <dsp:cNvSpPr/>
      </dsp:nvSpPr>
      <dsp:spPr>
        <a:xfrm>
          <a:off x="4321780" y="471689"/>
          <a:ext cx="1921500" cy="19215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8980D1-4A5C-4232-A847-0C8B45EB9137}">
      <dsp:nvSpPr>
        <dsp:cNvPr id="0" name=""/>
        <dsp:cNvSpPr/>
      </dsp:nvSpPr>
      <dsp:spPr>
        <a:xfrm>
          <a:off x="4731280" y="881189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E8A1D-B741-49EC-93B6-33E8EAEC199C}">
      <dsp:nvSpPr>
        <dsp:cNvPr id="0" name=""/>
        <dsp:cNvSpPr/>
      </dsp:nvSpPr>
      <dsp:spPr>
        <a:xfrm>
          <a:off x="3707530" y="2991690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700" kern="1200"/>
            <a:t>Disaster management systems issue alerts during extreme conditions</a:t>
          </a:r>
          <a:endParaRPr lang="en-US" sz="1700" kern="1200"/>
        </a:p>
      </dsp:txBody>
      <dsp:txXfrm>
        <a:off x="3707530" y="2991690"/>
        <a:ext cx="3150000" cy="720000"/>
      </dsp:txXfrm>
    </dsp:sp>
    <dsp:sp modelId="{5B2470AD-AD4B-4A07-84D9-EE3E4157B104}">
      <dsp:nvSpPr>
        <dsp:cNvPr id="0" name=""/>
        <dsp:cNvSpPr/>
      </dsp:nvSpPr>
      <dsp:spPr>
        <a:xfrm>
          <a:off x="8023030" y="471689"/>
          <a:ext cx="1921500" cy="19215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0C03FB-0451-41AA-A3E8-305D3BDD84B3}">
      <dsp:nvSpPr>
        <dsp:cNvPr id="0" name=""/>
        <dsp:cNvSpPr/>
      </dsp:nvSpPr>
      <dsp:spPr>
        <a:xfrm>
          <a:off x="8432530" y="881189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3860C0-7966-4146-85CD-A09F9165ABF1}">
      <dsp:nvSpPr>
        <dsp:cNvPr id="0" name=""/>
        <dsp:cNvSpPr/>
      </dsp:nvSpPr>
      <dsp:spPr>
        <a:xfrm>
          <a:off x="7408780" y="2991690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700" kern="1200"/>
            <a:t>Basic forecasting systems predict short-term weather patterns</a:t>
          </a:r>
          <a:endParaRPr lang="en-US" sz="1700" kern="1200"/>
        </a:p>
      </dsp:txBody>
      <dsp:txXfrm>
        <a:off x="7408780" y="2991690"/>
        <a:ext cx="315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F333C4-9FD1-4AE2-9D64-F2645AE03EBC}">
      <dsp:nvSpPr>
        <dsp:cNvPr id="0" name=""/>
        <dsp:cNvSpPr/>
      </dsp:nvSpPr>
      <dsp:spPr>
        <a:xfrm>
          <a:off x="0" y="5818"/>
          <a:ext cx="6620255" cy="93541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No </a:t>
          </a:r>
          <a:r>
            <a:rPr lang="en-IN" sz="2400" b="1" kern="1200"/>
            <a:t>integrated risk classification system</a:t>
          </a:r>
          <a:r>
            <a:rPr lang="en-IN" sz="2400" kern="1200"/>
            <a:t> </a:t>
          </a:r>
          <a:endParaRPr lang="en-US" sz="2400" kern="1200"/>
        </a:p>
      </dsp:txBody>
      <dsp:txXfrm>
        <a:off x="45663" y="51481"/>
        <a:ext cx="6528929" cy="844088"/>
      </dsp:txXfrm>
    </dsp:sp>
    <dsp:sp modelId="{5FE2F21E-E942-4874-BE95-176B51F825B2}">
      <dsp:nvSpPr>
        <dsp:cNvPr id="0" name=""/>
        <dsp:cNvSpPr/>
      </dsp:nvSpPr>
      <dsp:spPr>
        <a:xfrm>
          <a:off x="0" y="1010353"/>
          <a:ext cx="6620255" cy="93541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Lack of </a:t>
          </a:r>
          <a:r>
            <a:rPr lang="en-IN" sz="2400" b="1" kern="1200"/>
            <a:t>localized analysis (city-specific like Kochi)</a:t>
          </a:r>
          <a:r>
            <a:rPr lang="en-IN" sz="2400" kern="1200"/>
            <a:t> </a:t>
          </a:r>
          <a:endParaRPr lang="en-US" sz="2400" kern="1200"/>
        </a:p>
      </dsp:txBody>
      <dsp:txXfrm>
        <a:off x="45663" y="1056016"/>
        <a:ext cx="6528929" cy="844088"/>
      </dsp:txXfrm>
    </dsp:sp>
    <dsp:sp modelId="{1B0D1B64-4459-43C3-A32B-892FE6FAB346}">
      <dsp:nvSpPr>
        <dsp:cNvPr id="0" name=""/>
        <dsp:cNvSpPr/>
      </dsp:nvSpPr>
      <dsp:spPr>
        <a:xfrm>
          <a:off x="0" y="2014888"/>
          <a:ext cx="6620255" cy="93541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Alerts are </a:t>
          </a:r>
          <a:r>
            <a:rPr lang="en-IN" sz="2400" b="1" kern="1200"/>
            <a:t>not actionable or user-friendly</a:t>
          </a:r>
          <a:r>
            <a:rPr lang="en-IN" sz="2400" kern="1200"/>
            <a:t> </a:t>
          </a:r>
          <a:endParaRPr lang="en-US" sz="2400" kern="1200"/>
        </a:p>
      </dsp:txBody>
      <dsp:txXfrm>
        <a:off x="45663" y="2060551"/>
        <a:ext cx="6528929" cy="844088"/>
      </dsp:txXfrm>
    </dsp:sp>
    <dsp:sp modelId="{73AAAD1C-3409-4AB8-A1CF-06A422FCB391}">
      <dsp:nvSpPr>
        <dsp:cNvPr id="0" name=""/>
        <dsp:cNvSpPr/>
      </dsp:nvSpPr>
      <dsp:spPr>
        <a:xfrm>
          <a:off x="0" y="3019423"/>
          <a:ext cx="6620255" cy="93541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No connection between </a:t>
          </a:r>
          <a:r>
            <a:rPr lang="en-IN" sz="2400" b="1" kern="1200"/>
            <a:t>weather data and emergency preparedness</a:t>
          </a:r>
          <a:r>
            <a:rPr lang="en-IN" sz="2400" kern="1200"/>
            <a:t> </a:t>
          </a:r>
          <a:endParaRPr lang="en-US" sz="2400" kern="1200"/>
        </a:p>
      </dsp:txBody>
      <dsp:txXfrm>
        <a:off x="45663" y="3065086"/>
        <a:ext cx="6528929" cy="844088"/>
      </dsp:txXfrm>
    </dsp:sp>
    <dsp:sp modelId="{316D6FB7-1853-4427-8C17-E3D54CDD8F25}">
      <dsp:nvSpPr>
        <dsp:cNvPr id="0" name=""/>
        <dsp:cNvSpPr/>
      </dsp:nvSpPr>
      <dsp:spPr>
        <a:xfrm>
          <a:off x="0" y="4023958"/>
          <a:ext cx="6620255" cy="93541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Systems are </a:t>
          </a:r>
          <a:r>
            <a:rPr lang="en-IN" sz="2400" b="1" kern="1200"/>
            <a:t>reactive rather than proactive</a:t>
          </a:r>
          <a:endParaRPr lang="en-US" sz="2400" kern="1200"/>
        </a:p>
      </dsp:txBody>
      <dsp:txXfrm>
        <a:off x="45663" y="4069621"/>
        <a:ext cx="6528929" cy="8440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A47F48-8BBD-499C-A5DC-104F5DD6D636}">
      <dsp:nvSpPr>
        <dsp:cNvPr id="0" name=""/>
        <dsp:cNvSpPr/>
      </dsp:nvSpPr>
      <dsp:spPr>
        <a:xfrm>
          <a:off x="58873" y="205655"/>
          <a:ext cx="980036" cy="98003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CE55FA-6695-4B0C-9104-9D6D49CF3370}">
      <dsp:nvSpPr>
        <dsp:cNvPr id="0" name=""/>
        <dsp:cNvSpPr/>
      </dsp:nvSpPr>
      <dsp:spPr>
        <a:xfrm>
          <a:off x="264681" y="411463"/>
          <a:ext cx="568421" cy="5684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B3F0B-52DF-430A-BE5B-081A150F0E5A}">
      <dsp:nvSpPr>
        <dsp:cNvPr id="0" name=""/>
        <dsp:cNvSpPr/>
      </dsp:nvSpPr>
      <dsp:spPr>
        <a:xfrm>
          <a:off x="1248918" y="205655"/>
          <a:ext cx="2310086" cy="98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To convert raw weather data into </a:t>
          </a:r>
          <a:r>
            <a:rPr lang="en-IN" sz="1700" b="1" kern="1200"/>
            <a:t>meaningful risk levels</a:t>
          </a:r>
          <a:endParaRPr lang="en-US" sz="1700" kern="1200"/>
        </a:p>
      </dsp:txBody>
      <dsp:txXfrm>
        <a:off x="1248918" y="205655"/>
        <a:ext cx="2310086" cy="980036"/>
      </dsp:txXfrm>
    </dsp:sp>
    <dsp:sp modelId="{29B07332-61E0-46ED-83D5-DF60038FD814}">
      <dsp:nvSpPr>
        <dsp:cNvPr id="0" name=""/>
        <dsp:cNvSpPr/>
      </dsp:nvSpPr>
      <dsp:spPr>
        <a:xfrm>
          <a:off x="3961519" y="205655"/>
          <a:ext cx="980036" cy="98003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61F4C-F089-4C40-A920-524E047D3340}">
      <dsp:nvSpPr>
        <dsp:cNvPr id="0" name=""/>
        <dsp:cNvSpPr/>
      </dsp:nvSpPr>
      <dsp:spPr>
        <a:xfrm>
          <a:off x="4167327" y="411463"/>
          <a:ext cx="568421" cy="5684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D1C2CF-432E-4C89-B863-5FFE1C95A523}">
      <dsp:nvSpPr>
        <dsp:cNvPr id="0" name=""/>
        <dsp:cNvSpPr/>
      </dsp:nvSpPr>
      <dsp:spPr>
        <a:xfrm>
          <a:off x="5151564" y="205655"/>
          <a:ext cx="2310086" cy="98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To provide </a:t>
          </a:r>
          <a:r>
            <a:rPr lang="en-IN" sz="1700" b="1" kern="1200"/>
            <a:t>early warnings with actionable insights</a:t>
          </a:r>
          <a:r>
            <a:rPr lang="en-IN" sz="1700" kern="1200"/>
            <a:t> </a:t>
          </a:r>
          <a:endParaRPr lang="en-US" sz="1700" kern="1200"/>
        </a:p>
      </dsp:txBody>
      <dsp:txXfrm>
        <a:off x="5151564" y="205655"/>
        <a:ext cx="2310086" cy="980036"/>
      </dsp:txXfrm>
    </dsp:sp>
    <dsp:sp modelId="{0E56B5BC-C462-4442-86F6-F1D8D875D912}">
      <dsp:nvSpPr>
        <dsp:cNvPr id="0" name=""/>
        <dsp:cNvSpPr/>
      </dsp:nvSpPr>
      <dsp:spPr>
        <a:xfrm>
          <a:off x="58873" y="2048937"/>
          <a:ext cx="980036" cy="98003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DE6271-25FF-42E7-97A5-4925C8341F41}">
      <dsp:nvSpPr>
        <dsp:cNvPr id="0" name=""/>
        <dsp:cNvSpPr/>
      </dsp:nvSpPr>
      <dsp:spPr>
        <a:xfrm>
          <a:off x="264681" y="2254745"/>
          <a:ext cx="568421" cy="5684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53C1AF-2C27-42C6-B1EF-824FACE460CD}">
      <dsp:nvSpPr>
        <dsp:cNvPr id="0" name=""/>
        <dsp:cNvSpPr/>
      </dsp:nvSpPr>
      <dsp:spPr>
        <a:xfrm>
          <a:off x="1248918" y="2048937"/>
          <a:ext cx="2310086" cy="98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To integrate </a:t>
          </a:r>
          <a:r>
            <a:rPr lang="en-IN" sz="1700" b="1" kern="1200"/>
            <a:t>risk analysis + alerts + preparedness</a:t>
          </a:r>
          <a:endParaRPr lang="en-US" sz="1700" kern="1200"/>
        </a:p>
      </dsp:txBody>
      <dsp:txXfrm>
        <a:off x="1248918" y="2048937"/>
        <a:ext cx="2310086" cy="980036"/>
      </dsp:txXfrm>
    </dsp:sp>
    <dsp:sp modelId="{0CD34FB5-E670-4DC5-8F92-683E76DEDE15}">
      <dsp:nvSpPr>
        <dsp:cNvPr id="0" name=""/>
        <dsp:cNvSpPr/>
      </dsp:nvSpPr>
      <dsp:spPr>
        <a:xfrm>
          <a:off x="3961519" y="2048937"/>
          <a:ext cx="980036" cy="98003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B17E10-E4A7-48B3-BE40-7A5D8279B77C}">
      <dsp:nvSpPr>
        <dsp:cNvPr id="0" name=""/>
        <dsp:cNvSpPr/>
      </dsp:nvSpPr>
      <dsp:spPr>
        <a:xfrm>
          <a:off x="4167327" y="2254745"/>
          <a:ext cx="568421" cy="5684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65A84F-3A29-4744-B6AF-1756100AF1EF}">
      <dsp:nvSpPr>
        <dsp:cNvPr id="0" name=""/>
        <dsp:cNvSpPr/>
      </dsp:nvSpPr>
      <dsp:spPr>
        <a:xfrm>
          <a:off x="5151564" y="2048937"/>
          <a:ext cx="2310086" cy="98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To improve </a:t>
          </a:r>
          <a:r>
            <a:rPr lang="en-IN" sz="1700" b="1" kern="1200"/>
            <a:t>public awareness and safety</a:t>
          </a:r>
          <a:endParaRPr lang="en-US" sz="1700" kern="1200"/>
        </a:p>
      </dsp:txBody>
      <dsp:txXfrm>
        <a:off x="5151564" y="2048937"/>
        <a:ext cx="2310086" cy="980036"/>
      </dsp:txXfrm>
    </dsp:sp>
    <dsp:sp modelId="{3BB6ECC7-3155-4D6A-817B-D7B040E28339}">
      <dsp:nvSpPr>
        <dsp:cNvPr id="0" name=""/>
        <dsp:cNvSpPr/>
      </dsp:nvSpPr>
      <dsp:spPr>
        <a:xfrm>
          <a:off x="58873" y="3892219"/>
          <a:ext cx="980036" cy="98003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A87247-3605-4E5A-860B-0CD858BFAEFC}">
      <dsp:nvSpPr>
        <dsp:cNvPr id="0" name=""/>
        <dsp:cNvSpPr/>
      </dsp:nvSpPr>
      <dsp:spPr>
        <a:xfrm>
          <a:off x="264681" y="4098027"/>
          <a:ext cx="568421" cy="5684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0114B9-DE07-4B5B-9544-08FF0A22A3D4}">
      <dsp:nvSpPr>
        <dsp:cNvPr id="0" name=""/>
        <dsp:cNvSpPr/>
      </dsp:nvSpPr>
      <dsp:spPr>
        <a:xfrm>
          <a:off x="1248918" y="3892219"/>
          <a:ext cx="2310086" cy="98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To support </a:t>
          </a:r>
          <a:r>
            <a:rPr lang="en-IN" sz="1700" b="1" kern="1200"/>
            <a:t>decision-making during extreme weather events</a:t>
          </a:r>
          <a:endParaRPr lang="en-US" sz="1700" kern="1200"/>
        </a:p>
      </dsp:txBody>
      <dsp:txXfrm>
        <a:off x="1248918" y="3892219"/>
        <a:ext cx="2310086" cy="9800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EFC878-1968-44E3-9887-1EDA9DA23754}">
      <dsp:nvSpPr>
        <dsp:cNvPr id="0" name=""/>
        <dsp:cNvSpPr/>
      </dsp:nvSpPr>
      <dsp:spPr>
        <a:xfrm>
          <a:off x="2315500" y="1445781"/>
          <a:ext cx="5009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967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52695" y="1488843"/>
        <a:ext cx="26578" cy="5315"/>
      </dsp:txXfrm>
    </dsp:sp>
    <dsp:sp modelId="{9620E530-8C5A-4034-A752-6771183AB5A6}">
      <dsp:nvSpPr>
        <dsp:cNvPr id="0" name=""/>
        <dsp:cNvSpPr/>
      </dsp:nvSpPr>
      <dsp:spPr>
        <a:xfrm>
          <a:off x="6139" y="798153"/>
          <a:ext cx="2311161" cy="138669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249" tIns="118875" rIns="113249" bIns="118875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Develop a system to analyze weather data and classify risk levels </a:t>
          </a:r>
          <a:endParaRPr lang="en-US" sz="1800" kern="1200"/>
        </a:p>
      </dsp:txBody>
      <dsp:txXfrm>
        <a:off x="6139" y="798153"/>
        <a:ext cx="2311161" cy="1386696"/>
      </dsp:txXfrm>
    </dsp:sp>
    <dsp:sp modelId="{D017132B-F1AF-42E5-ADAC-AD3C0F435E8A}">
      <dsp:nvSpPr>
        <dsp:cNvPr id="0" name=""/>
        <dsp:cNvSpPr/>
      </dsp:nvSpPr>
      <dsp:spPr>
        <a:xfrm>
          <a:off x="5158229" y="1445781"/>
          <a:ext cx="5009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967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95423" y="1488843"/>
        <a:ext cx="26578" cy="5315"/>
      </dsp:txXfrm>
    </dsp:sp>
    <dsp:sp modelId="{77BBCBEE-76D2-4E32-B5BE-D3799037DFAF}">
      <dsp:nvSpPr>
        <dsp:cNvPr id="0" name=""/>
        <dsp:cNvSpPr/>
      </dsp:nvSpPr>
      <dsp:spPr>
        <a:xfrm>
          <a:off x="2848867" y="798153"/>
          <a:ext cx="2311161" cy="138669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249" tIns="118875" rIns="113249" bIns="118875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Provide real-time alerts based on risk conditions </a:t>
          </a:r>
          <a:endParaRPr lang="en-US" sz="1800" kern="1200"/>
        </a:p>
      </dsp:txBody>
      <dsp:txXfrm>
        <a:off x="2848867" y="798153"/>
        <a:ext cx="2311161" cy="1386696"/>
      </dsp:txXfrm>
    </dsp:sp>
    <dsp:sp modelId="{19F3B0C5-55D8-413F-A7B3-F2AD5D853186}">
      <dsp:nvSpPr>
        <dsp:cNvPr id="0" name=""/>
        <dsp:cNvSpPr/>
      </dsp:nvSpPr>
      <dsp:spPr>
        <a:xfrm>
          <a:off x="1161720" y="2183049"/>
          <a:ext cx="5685456" cy="500967"/>
        </a:xfrm>
        <a:custGeom>
          <a:avLst/>
          <a:gdLst/>
          <a:ahLst/>
          <a:cxnLst/>
          <a:rect l="0" t="0" r="0" b="0"/>
          <a:pathLst>
            <a:path>
              <a:moveTo>
                <a:pt x="5685456" y="0"/>
              </a:moveTo>
              <a:lnTo>
                <a:pt x="5685456" y="267583"/>
              </a:lnTo>
              <a:lnTo>
                <a:pt x="0" y="267583"/>
              </a:lnTo>
              <a:lnTo>
                <a:pt x="0" y="500967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61692" y="2430875"/>
        <a:ext cx="285512" cy="5315"/>
      </dsp:txXfrm>
    </dsp:sp>
    <dsp:sp modelId="{B1FD258F-997D-414F-A698-A8D0B7DDF02B}">
      <dsp:nvSpPr>
        <dsp:cNvPr id="0" name=""/>
        <dsp:cNvSpPr/>
      </dsp:nvSpPr>
      <dsp:spPr>
        <a:xfrm>
          <a:off x="5691596" y="798153"/>
          <a:ext cx="2311161" cy="138669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249" tIns="118875" rIns="113249" bIns="118875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Integrate emergency preparedness guidelines </a:t>
          </a:r>
          <a:endParaRPr lang="en-US" sz="1800" kern="1200" dirty="0"/>
        </a:p>
      </dsp:txBody>
      <dsp:txXfrm>
        <a:off x="5691596" y="798153"/>
        <a:ext cx="2311161" cy="1386696"/>
      </dsp:txXfrm>
    </dsp:sp>
    <dsp:sp modelId="{85F23DA3-7F18-49D5-BBBA-D3E2259A8F22}">
      <dsp:nvSpPr>
        <dsp:cNvPr id="0" name=""/>
        <dsp:cNvSpPr/>
      </dsp:nvSpPr>
      <dsp:spPr>
        <a:xfrm>
          <a:off x="2315500" y="3364045"/>
          <a:ext cx="5009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967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52695" y="3407107"/>
        <a:ext cx="26578" cy="5315"/>
      </dsp:txXfrm>
    </dsp:sp>
    <dsp:sp modelId="{5C32BBE0-F7A2-4FD1-9784-6E54DE829C69}">
      <dsp:nvSpPr>
        <dsp:cNvPr id="0" name=""/>
        <dsp:cNvSpPr/>
      </dsp:nvSpPr>
      <dsp:spPr>
        <a:xfrm>
          <a:off x="6139" y="2716417"/>
          <a:ext cx="2311161" cy="138669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249" tIns="118875" rIns="113249" bIns="118875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Ensure accurate and consistent risk prediction </a:t>
          </a:r>
          <a:endParaRPr lang="en-US" sz="1800" kern="1200"/>
        </a:p>
      </dsp:txBody>
      <dsp:txXfrm>
        <a:off x="6139" y="2716417"/>
        <a:ext cx="2311161" cy="1386696"/>
      </dsp:txXfrm>
    </dsp:sp>
    <dsp:sp modelId="{C183069D-510B-458B-9E2D-6A3EDD06A8AB}">
      <dsp:nvSpPr>
        <dsp:cNvPr id="0" name=""/>
        <dsp:cNvSpPr/>
      </dsp:nvSpPr>
      <dsp:spPr>
        <a:xfrm>
          <a:off x="2848867" y="2716417"/>
          <a:ext cx="2311161" cy="138669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249" tIns="118875" rIns="113249" bIns="118875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Design a scalable and user-friendly system </a:t>
          </a:r>
          <a:endParaRPr lang="en-US" sz="1800" kern="1200"/>
        </a:p>
      </dsp:txBody>
      <dsp:txXfrm>
        <a:off x="2848867" y="2716417"/>
        <a:ext cx="2311161" cy="13866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99AADF-EFAA-4605-96A5-B2EF0F29C044}">
      <dsp:nvSpPr>
        <dsp:cNvPr id="0" name=""/>
        <dsp:cNvSpPr/>
      </dsp:nvSpPr>
      <dsp:spPr>
        <a:xfrm>
          <a:off x="3268" y="1019412"/>
          <a:ext cx="2333807" cy="1481967"/>
        </a:xfrm>
        <a:prstGeom prst="roundRect">
          <a:avLst>
            <a:gd name="adj" fmla="val 10000"/>
          </a:avLst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5437D3-8B3C-4D93-B9A1-D63F74901F25}">
      <dsp:nvSpPr>
        <dsp:cNvPr id="0" name=""/>
        <dsp:cNvSpPr/>
      </dsp:nvSpPr>
      <dsp:spPr>
        <a:xfrm>
          <a:off x="262580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Covers weather-based risk analysis for a specific region (e.g., Kochi) </a:t>
          </a:r>
          <a:endParaRPr lang="en-US" sz="2000" kern="1200"/>
        </a:p>
      </dsp:txBody>
      <dsp:txXfrm>
        <a:off x="305985" y="1309163"/>
        <a:ext cx="2246997" cy="1395157"/>
      </dsp:txXfrm>
    </dsp:sp>
    <dsp:sp modelId="{E712B13B-6AF5-4FA3-9012-C1133D8A3A92}">
      <dsp:nvSpPr>
        <dsp:cNvPr id="0" name=""/>
        <dsp:cNvSpPr/>
      </dsp:nvSpPr>
      <dsp:spPr>
        <a:xfrm>
          <a:off x="2855699" y="1019412"/>
          <a:ext cx="2333807" cy="1481967"/>
        </a:xfrm>
        <a:prstGeom prst="roundRect">
          <a:avLst>
            <a:gd name="adj" fmla="val 10000"/>
          </a:avLst>
        </a:prstGeom>
        <a:solidFill>
          <a:schemeClr val="tx1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CF29C-9E7A-4DAC-90F5-95EF945223B2}">
      <dsp:nvSpPr>
        <dsp:cNvPr id="0" name=""/>
        <dsp:cNvSpPr/>
      </dsp:nvSpPr>
      <dsp:spPr>
        <a:xfrm>
          <a:off x="3115011" y="1265758"/>
          <a:ext cx="2333807" cy="14819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alpha val="9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Includes alert generation and emergency recommendations </a:t>
          </a:r>
          <a:endParaRPr lang="en-US" sz="2000" kern="1200"/>
        </a:p>
      </dsp:txBody>
      <dsp:txXfrm>
        <a:off x="3158416" y="1309163"/>
        <a:ext cx="2246997" cy="1395157"/>
      </dsp:txXfrm>
    </dsp:sp>
    <dsp:sp modelId="{CE01C981-C02D-4CFB-B8FA-16823399D7E2}">
      <dsp:nvSpPr>
        <dsp:cNvPr id="0" name=""/>
        <dsp:cNvSpPr/>
      </dsp:nvSpPr>
      <dsp:spPr>
        <a:xfrm>
          <a:off x="5708130" y="1019412"/>
          <a:ext cx="2333807" cy="1481967"/>
        </a:xfrm>
        <a:prstGeom prst="roundRect">
          <a:avLst>
            <a:gd name="adj" fmla="val 10000"/>
          </a:avLst>
        </a:prstGeom>
        <a:solidFill>
          <a:schemeClr val="tx1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E19E9B-4EC6-420B-A794-989B7FD49C04}">
      <dsp:nvSpPr>
        <dsp:cNvPr id="0" name=""/>
        <dsp:cNvSpPr/>
      </dsp:nvSpPr>
      <dsp:spPr>
        <a:xfrm>
          <a:off x="5967442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Supports both simulated and real API-based data integration </a:t>
          </a:r>
          <a:endParaRPr lang="en-US" sz="2000" kern="1200" dirty="0"/>
        </a:p>
      </dsp:txBody>
      <dsp:txXfrm>
        <a:off x="6010847" y="1309163"/>
        <a:ext cx="2246997" cy="1395157"/>
      </dsp:txXfrm>
    </dsp:sp>
    <dsp:sp modelId="{F452AFC9-ADC9-4B04-8CB5-15542AD1C947}">
      <dsp:nvSpPr>
        <dsp:cNvPr id="0" name=""/>
        <dsp:cNvSpPr/>
      </dsp:nvSpPr>
      <dsp:spPr>
        <a:xfrm>
          <a:off x="8560562" y="1019412"/>
          <a:ext cx="2333807" cy="1481967"/>
        </a:xfrm>
        <a:prstGeom prst="roundRect">
          <a:avLst>
            <a:gd name="adj" fmla="val 10000"/>
          </a:avLst>
        </a:prstGeom>
        <a:solidFill>
          <a:schemeClr val="tx1"/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141C12-76A7-4519-A7FA-36696BE941BD}">
      <dsp:nvSpPr>
        <dsp:cNvPr id="0" name=""/>
        <dsp:cNvSpPr/>
      </dsp:nvSpPr>
      <dsp:spPr>
        <a:xfrm>
          <a:off x="8819874" y="1265758"/>
          <a:ext cx="2333807" cy="1481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Designed for future expansion to multiple regions </a:t>
          </a:r>
          <a:endParaRPr lang="en-US" sz="2000" kern="1200"/>
        </a:p>
      </dsp:txBody>
      <dsp:txXfrm>
        <a:off x="8863279" y="1309163"/>
        <a:ext cx="2246997" cy="13951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4BC54F-4FEE-40D6-8658-38B523F032CA}">
      <dsp:nvSpPr>
        <dsp:cNvPr id="0" name=""/>
        <dsp:cNvSpPr/>
      </dsp:nvSpPr>
      <dsp:spPr>
        <a:xfrm>
          <a:off x="0" y="413675"/>
          <a:ext cx="6766560" cy="554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573DF1-6812-49E4-8CAD-32A480D6B96E}">
      <dsp:nvSpPr>
        <dsp:cNvPr id="0" name=""/>
        <dsp:cNvSpPr/>
      </dsp:nvSpPr>
      <dsp:spPr>
        <a:xfrm>
          <a:off x="338328" y="88955"/>
          <a:ext cx="4736592" cy="649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9032" tIns="0" rIns="17903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General public </a:t>
          </a:r>
          <a:endParaRPr lang="en-US" sz="2200" kern="1200"/>
        </a:p>
      </dsp:txBody>
      <dsp:txXfrm>
        <a:off x="370031" y="120658"/>
        <a:ext cx="4673186" cy="586034"/>
      </dsp:txXfrm>
    </dsp:sp>
    <dsp:sp modelId="{CF1ECFBB-6A37-43B7-9F4F-B46A9EE44D50}">
      <dsp:nvSpPr>
        <dsp:cNvPr id="0" name=""/>
        <dsp:cNvSpPr/>
      </dsp:nvSpPr>
      <dsp:spPr>
        <a:xfrm>
          <a:off x="0" y="1411595"/>
          <a:ext cx="6766560" cy="554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965E19-EC87-4A7A-A90C-CC56C557A897}">
      <dsp:nvSpPr>
        <dsp:cNvPr id="0" name=""/>
        <dsp:cNvSpPr/>
      </dsp:nvSpPr>
      <dsp:spPr>
        <a:xfrm>
          <a:off x="338328" y="1086875"/>
          <a:ext cx="4736592" cy="649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9032" tIns="0" rIns="17903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Local residents in risk-prone areas </a:t>
          </a:r>
          <a:endParaRPr lang="en-US" sz="2200" kern="1200"/>
        </a:p>
      </dsp:txBody>
      <dsp:txXfrm>
        <a:off x="370031" y="1118578"/>
        <a:ext cx="4673186" cy="586034"/>
      </dsp:txXfrm>
    </dsp:sp>
    <dsp:sp modelId="{689E77F9-47F3-40AE-8CD0-8A2541F05650}">
      <dsp:nvSpPr>
        <dsp:cNvPr id="0" name=""/>
        <dsp:cNvSpPr/>
      </dsp:nvSpPr>
      <dsp:spPr>
        <a:xfrm>
          <a:off x="0" y="2409516"/>
          <a:ext cx="6766560" cy="554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106673-364A-468F-81DF-60D10E56E294}">
      <dsp:nvSpPr>
        <dsp:cNvPr id="0" name=""/>
        <dsp:cNvSpPr/>
      </dsp:nvSpPr>
      <dsp:spPr>
        <a:xfrm>
          <a:off x="338328" y="2084795"/>
          <a:ext cx="4736592" cy="649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9032" tIns="0" rIns="17903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Disaster management authorities </a:t>
          </a:r>
          <a:endParaRPr lang="en-US" sz="2200" kern="1200"/>
        </a:p>
      </dsp:txBody>
      <dsp:txXfrm>
        <a:off x="370031" y="2116498"/>
        <a:ext cx="4673186" cy="586034"/>
      </dsp:txXfrm>
    </dsp:sp>
    <dsp:sp modelId="{629A2C28-C206-40BB-BDDB-3D49547BCF49}">
      <dsp:nvSpPr>
        <dsp:cNvPr id="0" name=""/>
        <dsp:cNvSpPr/>
      </dsp:nvSpPr>
      <dsp:spPr>
        <a:xfrm>
          <a:off x="0" y="3407436"/>
          <a:ext cx="6766560" cy="554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CEF5EB-DAF3-4BAE-967B-5BE2EEE75A5D}">
      <dsp:nvSpPr>
        <dsp:cNvPr id="0" name=""/>
        <dsp:cNvSpPr/>
      </dsp:nvSpPr>
      <dsp:spPr>
        <a:xfrm>
          <a:off x="338328" y="3082716"/>
          <a:ext cx="4736592" cy="649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9032" tIns="0" rIns="17903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Researchers and analysts </a:t>
          </a:r>
          <a:endParaRPr lang="en-US" sz="2200" kern="1200"/>
        </a:p>
      </dsp:txBody>
      <dsp:txXfrm>
        <a:off x="370031" y="3114419"/>
        <a:ext cx="4673186" cy="5860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6B3186-0319-4295-A1C5-7CE660A93725}">
      <dsp:nvSpPr>
        <dsp:cNvPr id="0" name=""/>
        <dsp:cNvSpPr/>
      </dsp:nvSpPr>
      <dsp:spPr>
        <a:xfrm>
          <a:off x="0" y="404"/>
          <a:ext cx="516636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3C191-C037-4AC4-81B1-1FB5473BF335}">
      <dsp:nvSpPr>
        <dsp:cNvPr id="0" name=""/>
        <dsp:cNvSpPr/>
      </dsp:nvSpPr>
      <dsp:spPr>
        <a:xfrm>
          <a:off x="0" y="404"/>
          <a:ext cx="5166360" cy="472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User registration and authentication </a:t>
          </a:r>
          <a:endParaRPr lang="en-US" sz="1700" kern="1200"/>
        </a:p>
      </dsp:txBody>
      <dsp:txXfrm>
        <a:off x="0" y="404"/>
        <a:ext cx="5166360" cy="472759"/>
      </dsp:txXfrm>
    </dsp:sp>
    <dsp:sp modelId="{FAE379DC-06F6-4AD7-9EB3-955F796A02C3}">
      <dsp:nvSpPr>
        <dsp:cNvPr id="0" name=""/>
        <dsp:cNvSpPr/>
      </dsp:nvSpPr>
      <dsp:spPr>
        <a:xfrm>
          <a:off x="0" y="473164"/>
          <a:ext cx="516636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700A7E-2187-410D-B801-24F674E962CD}">
      <dsp:nvSpPr>
        <dsp:cNvPr id="0" name=""/>
        <dsp:cNvSpPr/>
      </dsp:nvSpPr>
      <dsp:spPr>
        <a:xfrm>
          <a:off x="0" y="473164"/>
          <a:ext cx="5166360" cy="472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Fetch and store weather data </a:t>
          </a:r>
          <a:endParaRPr lang="en-US" sz="1700" kern="1200"/>
        </a:p>
      </dsp:txBody>
      <dsp:txXfrm>
        <a:off x="0" y="473164"/>
        <a:ext cx="5166360" cy="472759"/>
      </dsp:txXfrm>
    </dsp:sp>
    <dsp:sp modelId="{0CD6472B-22F3-4366-BB82-41F65D5BEE53}">
      <dsp:nvSpPr>
        <dsp:cNvPr id="0" name=""/>
        <dsp:cNvSpPr/>
      </dsp:nvSpPr>
      <dsp:spPr>
        <a:xfrm>
          <a:off x="0" y="945924"/>
          <a:ext cx="516636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2F26A2-1046-4257-BC21-D8E4CE517E27}">
      <dsp:nvSpPr>
        <dsp:cNvPr id="0" name=""/>
        <dsp:cNvSpPr/>
      </dsp:nvSpPr>
      <dsp:spPr>
        <a:xfrm>
          <a:off x="0" y="945924"/>
          <a:ext cx="5166360" cy="472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Perform risk analysis using multiple parameters </a:t>
          </a:r>
          <a:endParaRPr lang="en-US" sz="1700" kern="1200"/>
        </a:p>
      </dsp:txBody>
      <dsp:txXfrm>
        <a:off x="0" y="945924"/>
        <a:ext cx="5166360" cy="472759"/>
      </dsp:txXfrm>
    </dsp:sp>
    <dsp:sp modelId="{D197AF03-5B02-4CB7-B7BB-853FE51F0AA0}">
      <dsp:nvSpPr>
        <dsp:cNvPr id="0" name=""/>
        <dsp:cNvSpPr/>
      </dsp:nvSpPr>
      <dsp:spPr>
        <a:xfrm>
          <a:off x="0" y="1418684"/>
          <a:ext cx="516636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882F4D-4BB9-42E3-B384-14D19274418E}">
      <dsp:nvSpPr>
        <dsp:cNvPr id="0" name=""/>
        <dsp:cNvSpPr/>
      </dsp:nvSpPr>
      <dsp:spPr>
        <a:xfrm>
          <a:off x="0" y="1418684"/>
          <a:ext cx="5166360" cy="472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Classify risk levels (Low / Medium / High) </a:t>
          </a:r>
          <a:endParaRPr lang="en-US" sz="1700" kern="1200"/>
        </a:p>
      </dsp:txBody>
      <dsp:txXfrm>
        <a:off x="0" y="1418684"/>
        <a:ext cx="5166360" cy="472759"/>
      </dsp:txXfrm>
    </dsp:sp>
    <dsp:sp modelId="{BB396C2E-6D03-48F8-A525-6BCA3EE08DD3}">
      <dsp:nvSpPr>
        <dsp:cNvPr id="0" name=""/>
        <dsp:cNvSpPr/>
      </dsp:nvSpPr>
      <dsp:spPr>
        <a:xfrm>
          <a:off x="0" y="1891443"/>
          <a:ext cx="516636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160EE9-9B99-4B87-8D91-5A78A56D076A}">
      <dsp:nvSpPr>
        <dsp:cNvPr id="0" name=""/>
        <dsp:cNvSpPr/>
      </dsp:nvSpPr>
      <dsp:spPr>
        <a:xfrm>
          <a:off x="0" y="1891443"/>
          <a:ext cx="5166360" cy="472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Generate and display alerts </a:t>
          </a:r>
          <a:endParaRPr lang="en-US" sz="1700" kern="1200"/>
        </a:p>
      </dsp:txBody>
      <dsp:txXfrm>
        <a:off x="0" y="1891443"/>
        <a:ext cx="5166360" cy="472759"/>
      </dsp:txXfrm>
    </dsp:sp>
    <dsp:sp modelId="{1BC61A5B-76D3-4F25-87D6-0CD62B3F3B83}">
      <dsp:nvSpPr>
        <dsp:cNvPr id="0" name=""/>
        <dsp:cNvSpPr/>
      </dsp:nvSpPr>
      <dsp:spPr>
        <a:xfrm>
          <a:off x="0" y="2364203"/>
          <a:ext cx="516636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50A95C-8BB2-40D2-B407-0AC620530691}">
      <dsp:nvSpPr>
        <dsp:cNvPr id="0" name=""/>
        <dsp:cNvSpPr/>
      </dsp:nvSpPr>
      <dsp:spPr>
        <a:xfrm>
          <a:off x="0" y="2364203"/>
          <a:ext cx="5166360" cy="472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Provide emergency preparedness recommendations </a:t>
          </a:r>
          <a:endParaRPr lang="en-US" sz="1700" kern="1200"/>
        </a:p>
      </dsp:txBody>
      <dsp:txXfrm>
        <a:off x="0" y="2364203"/>
        <a:ext cx="5166360" cy="472759"/>
      </dsp:txXfrm>
    </dsp:sp>
    <dsp:sp modelId="{AAF8B775-A11F-4AB2-8C7D-FF8F24180FEE}">
      <dsp:nvSpPr>
        <dsp:cNvPr id="0" name=""/>
        <dsp:cNvSpPr/>
      </dsp:nvSpPr>
      <dsp:spPr>
        <a:xfrm>
          <a:off x="0" y="2836963"/>
          <a:ext cx="516636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B95E4C-FE8D-4073-BCC4-EF8A60566839}">
      <dsp:nvSpPr>
        <dsp:cNvPr id="0" name=""/>
        <dsp:cNvSpPr/>
      </dsp:nvSpPr>
      <dsp:spPr>
        <a:xfrm>
          <a:off x="0" y="2836963"/>
          <a:ext cx="5166360" cy="472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Store and manage historical data </a:t>
          </a:r>
          <a:endParaRPr lang="en-US" sz="1700" kern="1200"/>
        </a:p>
      </dsp:txBody>
      <dsp:txXfrm>
        <a:off x="0" y="2836963"/>
        <a:ext cx="5166360" cy="47275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6B3186-0319-4295-A1C5-7CE660A93725}">
      <dsp:nvSpPr>
        <dsp:cNvPr id="0" name=""/>
        <dsp:cNvSpPr/>
      </dsp:nvSpPr>
      <dsp:spPr>
        <a:xfrm>
          <a:off x="0" y="1745"/>
          <a:ext cx="577591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3C191-C037-4AC4-81B1-1FB5473BF335}">
      <dsp:nvSpPr>
        <dsp:cNvPr id="0" name=""/>
        <dsp:cNvSpPr/>
      </dsp:nvSpPr>
      <dsp:spPr>
        <a:xfrm>
          <a:off x="0" y="1745"/>
          <a:ext cx="5775916" cy="595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Performance:</a:t>
          </a:r>
          <a:r>
            <a:rPr lang="en-IN" sz="1800" kern="1200" dirty="0"/>
            <a:t> System should respond within 2 seconds </a:t>
          </a:r>
          <a:endParaRPr lang="en-US" sz="1800" kern="1200" dirty="0"/>
        </a:p>
      </dsp:txBody>
      <dsp:txXfrm>
        <a:off x="0" y="1745"/>
        <a:ext cx="5775916" cy="595116"/>
      </dsp:txXfrm>
    </dsp:sp>
    <dsp:sp modelId="{FC1AF6B5-1B27-4982-828B-277FD2AF1513}">
      <dsp:nvSpPr>
        <dsp:cNvPr id="0" name=""/>
        <dsp:cNvSpPr/>
      </dsp:nvSpPr>
      <dsp:spPr>
        <a:xfrm>
          <a:off x="0" y="596861"/>
          <a:ext cx="577591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88F889-ABCE-4CC1-AC3D-A699471EF3DE}">
      <dsp:nvSpPr>
        <dsp:cNvPr id="0" name=""/>
        <dsp:cNvSpPr/>
      </dsp:nvSpPr>
      <dsp:spPr>
        <a:xfrm>
          <a:off x="0" y="596861"/>
          <a:ext cx="5775916" cy="595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Scalability:</a:t>
          </a:r>
          <a:r>
            <a:rPr lang="en-IN" sz="1800" kern="1200"/>
            <a:t> Should handle increasing user load </a:t>
          </a:r>
          <a:endParaRPr lang="en-IN" sz="1800" kern="1200" dirty="0"/>
        </a:p>
      </dsp:txBody>
      <dsp:txXfrm>
        <a:off x="0" y="596861"/>
        <a:ext cx="5775916" cy="595116"/>
      </dsp:txXfrm>
    </dsp:sp>
    <dsp:sp modelId="{23E8A806-89FB-4E5E-BE0C-442D580069E2}">
      <dsp:nvSpPr>
        <dsp:cNvPr id="0" name=""/>
        <dsp:cNvSpPr/>
      </dsp:nvSpPr>
      <dsp:spPr>
        <a:xfrm>
          <a:off x="0" y="1191978"/>
          <a:ext cx="577591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2F8678-C9B5-4C8A-8331-0F7ADFB65890}">
      <dsp:nvSpPr>
        <dsp:cNvPr id="0" name=""/>
        <dsp:cNvSpPr/>
      </dsp:nvSpPr>
      <dsp:spPr>
        <a:xfrm>
          <a:off x="0" y="1191978"/>
          <a:ext cx="5775916" cy="595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Reliability:</a:t>
          </a:r>
          <a:r>
            <a:rPr lang="en-IN" sz="1800" kern="1200"/>
            <a:t> Accurate and consistent risk predictions </a:t>
          </a:r>
          <a:endParaRPr lang="en-IN" sz="1800" kern="1200" dirty="0"/>
        </a:p>
      </dsp:txBody>
      <dsp:txXfrm>
        <a:off x="0" y="1191978"/>
        <a:ext cx="5775916" cy="595116"/>
      </dsp:txXfrm>
    </dsp:sp>
    <dsp:sp modelId="{26EB65AF-F0AB-4569-A112-9E27127BC852}">
      <dsp:nvSpPr>
        <dsp:cNvPr id="0" name=""/>
        <dsp:cNvSpPr/>
      </dsp:nvSpPr>
      <dsp:spPr>
        <a:xfrm>
          <a:off x="0" y="1787094"/>
          <a:ext cx="577591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FC920C-9A11-4745-BB6C-425B476C45D1}">
      <dsp:nvSpPr>
        <dsp:cNvPr id="0" name=""/>
        <dsp:cNvSpPr/>
      </dsp:nvSpPr>
      <dsp:spPr>
        <a:xfrm>
          <a:off x="0" y="1787094"/>
          <a:ext cx="5775916" cy="595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Security:</a:t>
          </a:r>
          <a:r>
            <a:rPr lang="en-IN" sz="1800" kern="1200"/>
            <a:t> Protect user data and system access </a:t>
          </a:r>
          <a:endParaRPr lang="en-IN" sz="1800" kern="1200" dirty="0"/>
        </a:p>
      </dsp:txBody>
      <dsp:txXfrm>
        <a:off x="0" y="1787094"/>
        <a:ext cx="5775916" cy="595116"/>
      </dsp:txXfrm>
    </dsp:sp>
    <dsp:sp modelId="{3889791C-90DD-4E7F-8D7E-C5091AEB2221}">
      <dsp:nvSpPr>
        <dsp:cNvPr id="0" name=""/>
        <dsp:cNvSpPr/>
      </dsp:nvSpPr>
      <dsp:spPr>
        <a:xfrm>
          <a:off x="0" y="2382211"/>
          <a:ext cx="577591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643A47-5A58-4916-A04D-ABCAFA98586E}">
      <dsp:nvSpPr>
        <dsp:cNvPr id="0" name=""/>
        <dsp:cNvSpPr/>
      </dsp:nvSpPr>
      <dsp:spPr>
        <a:xfrm>
          <a:off x="0" y="2382211"/>
          <a:ext cx="5775916" cy="595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Usability:</a:t>
          </a:r>
          <a:r>
            <a:rPr lang="en-IN" sz="1800" kern="1200"/>
            <a:t> Simple and intuitive interface </a:t>
          </a:r>
          <a:endParaRPr lang="en-IN" sz="1800" kern="1200" dirty="0"/>
        </a:p>
      </dsp:txBody>
      <dsp:txXfrm>
        <a:off x="0" y="2382211"/>
        <a:ext cx="5775916" cy="595116"/>
      </dsp:txXfrm>
    </dsp:sp>
    <dsp:sp modelId="{B5C28554-140B-4634-9DF0-0230DB099393}">
      <dsp:nvSpPr>
        <dsp:cNvPr id="0" name=""/>
        <dsp:cNvSpPr/>
      </dsp:nvSpPr>
      <dsp:spPr>
        <a:xfrm>
          <a:off x="0" y="2977328"/>
          <a:ext cx="577591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DAB6B-CF16-48C9-B45A-8A480DF16F6B}">
      <dsp:nvSpPr>
        <dsp:cNvPr id="0" name=""/>
        <dsp:cNvSpPr/>
      </dsp:nvSpPr>
      <dsp:spPr>
        <a:xfrm>
          <a:off x="0" y="2977328"/>
          <a:ext cx="5775916" cy="595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Maintainability:</a:t>
          </a:r>
          <a:r>
            <a:rPr lang="en-IN" sz="1800" kern="1200"/>
            <a:t> Easy to update thresholds and logic</a:t>
          </a:r>
          <a:endParaRPr lang="en-IN" sz="1800" kern="1200" dirty="0"/>
        </a:p>
      </dsp:txBody>
      <dsp:txXfrm>
        <a:off x="0" y="2977328"/>
        <a:ext cx="5775916" cy="59511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90BC8-DA27-4101-86EF-00010DF7CCA8}">
      <dsp:nvSpPr>
        <dsp:cNvPr id="0" name=""/>
        <dsp:cNvSpPr/>
      </dsp:nvSpPr>
      <dsp:spPr>
        <a:xfrm>
          <a:off x="0" y="2884"/>
          <a:ext cx="6144767" cy="4727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FEB129-B599-4AD0-B1A3-79F402EBE1D4}">
      <dsp:nvSpPr>
        <dsp:cNvPr id="0" name=""/>
        <dsp:cNvSpPr/>
      </dsp:nvSpPr>
      <dsp:spPr>
        <a:xfrm>
          <a:off x="143020" y="109263"/>
          <a:ext cx="260290" cy="2600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7BBE5-540F-4827-A374-992391728A47}">
      <dsp:nvSpPr>
        <dsp:cNvPr id="0" name=""/>
        <dsp:cNvSpPr/>
      </dsp:nvSpPr>
      <dsp:spPr>
        <a:xfrm>
          <a:off x="546330" y="2884"/>
          <a:ext cx="5533085" cy="590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547" tIns="62547" rIns="62547" bIns="6254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User Module – handles registration, login, JWT-based authentication, and profile/location preferences.</a:t>
          </a:r>
          <a:endParaRPr lang="en-US" sz="1400" kern="1200"/>
        </a:p>
      </dsp:txBody>
      <dsp:txXfrm>
        <a:off x="546330" y="2884"/>
        <a:ext cx="5533085" cy="590991"/>
      </dsp:txXfrm>
    </dsp:sp>
    <dsp:sp modelId="{33D1EB9B-EE82-404A-98C1-EBAD8A4E258B}">
      <dsp:nvSpPr>
        <dsp:cNvPr id="0" name=""/>
        <dsp:cNvSpPr/>
      </dsp:nvSpPr>
      <dsp:spPr>
        <a:xfrm>
          <a:off x="0" y="741624"/>
          <a:ext cx="6144767" cy="4727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CB9D4F-4197-4DBC-B6AA-22899E960DDC}">
      <dsp:nvSpPr>
        <dsp:cNvPr id="0" name=""/>
        <dsp:cNvSpPr/>
      </dsp:nvSpPr>
      <dsp:spPr>
        <a:xfrm>
          <a:off x="143020" y="848003"/>
          <a:ext cx="260290" cy="2600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F07D87-4C86-4662-96C9-C8A31C08C820}">
      <dsp:nvSpPr>
        <dsp:cNvPr id="0" name=""/>
        <dsp:cNvSpPr/>
      </dsp:nvSpPr>
      <dsp:spPr>
        <a:xfrm>
          <a:off x="546330" y="741624"/>
          <a:ext cx="5533085" cy="590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547" tIns="62547" rIns="62547" bIns="6254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Weather Data Module – fetches live weather data from Open-Meteo and formats it for the frontend.</a:t>
          </a:r>
          <a:endParaRPr lang="en-US" sz="1400" kern="1200"/>
        </a:p>
      </dsp:txBody>
      <dsp:txXfrm>
        <a:off x="546330" y="741624"/>
        <a:ext cx="5533085" cy="590991"/>
      </dsp:txXfrm>
    </dsp:sp>
    <dsp:sp modelId="{D53DD9CE-68FC-46D9-854E-3294E7672C07}">
      <dsp:nvSpPr>
        <dsp:cNvPr id="0" name=""/>
        <dsp:cNvSpPr/>
      </dsp:nvSpPr>
      <dsp:spPr>
        <a:xfrm>
          <a:off x="0" y="1480364"/>
          <a:ext cx="6144767" cy="4727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5F139B-A9A6-42CD-892B-E7BFF4CF5C39}">
      <dsp:nvSpPr>
        <dsp:cNvPr id="0" name=""/>
        <dsp:cNvSpPr/>
      </dsp:nvSpPr>
      <dsp:spPr>
        <a:xfrm>
          <a:off x="143020" y="1586742"/>
          <a:ext cx="260290" cy="2600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36299C-15F3-4245-9563-C7C2FA393F42}">
      <dsp:nvSpPr>
        <dsp:cNvPr id="0" name=""/>
        <dsp:cNvSpPr/>
      </dsp:nvSpPr>
      <dsp:spPr>
        <a:xfrm>
          <a:off x="546330" y="1480364"/>
          <a:ext cx="5533085" cy="590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547" tIns="62547" rIns="62547" bIns="6254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Risk Analysis Module – uses the RiskAnalysisService to process weather data, apply seasonal baselines and threshold/compound rules, and output a risk level (Low, Medium, or High) with a reason.</a:t>
          </a:r>
          <a:endParaRPr lang="en-US" sz="1400" kern="1200"/>
        </a:p>
      </dsp:txBody>
      <dsp:txXfrm>
        <a:off x="546330" y="1480364"/>
        <a:ext cx="5533085" cy="590991"/>
      </dsp:txXfrm>
    </dsp:sp>
    <dsp:sp modelId="{6AEA45D1-A162-4EEF-A3BB-FBDF932CF697}">
      <dsp:nvSpPr>
        <dsp:cNvPr id="0" name=""/>
        <dsp:cNvSpPr/>
      </dsp:nvSpPr>
      <dsp:spPr>
        <a:xfrm>
          <a:off x="0" y="2219104"/>
          <a:ext cx="6144767" cy="4727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9C219E-B154-4F44-BAF6-41115B112B14}">
      <dsp:nvSpPr>
        <dsp:cNvPr id="0" name=""/>
        <dsp:cNvSpPr/>
      </dsp:nvSpPr>
      <dsp:spPr>
        <a:xfrm>
          <a:off x="143020" y="2325482"/>
          <a:ext cx="260290" cy="2600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6D62ED-EB4C-43FA-A9FB-5051159C2CE7}">
      <dsp:nvSpPr>
        <dsp:cNvPr id="0" name=""/>
        <dsp:cNvSpPr/>
      </dsp:nvSpPr>
      <dsp:spPr>
        <a:xfrm>
          <a:off x="546330" y="2219104"/>
          <a:ext cx="5533085" cy="590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547" tIns="62547" rIns="62547" bIns="6254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Alerts Module – generates and categorizes alerts by severity, using a hybrid mechanism of real API data where available and admin-managed alerts otherwise.</a:t>
          </a:r>
          <a:endParaRPr lang="en-US" sz="1400" kern="1200"/>
        </a:p>
      </dsp:txBody>
      <dsp:txXfrm>
        <a:off x="546330" y="2219104"/>
        <a:ext cx="5533085" cy="590991"/>
      </dsp:txXfrm>
    </dsp:sp>
    <dsp:sp modelId="{660BEC64-A874-4637-BCC8-5ACD9FE4CDAE}">
      <dsp:nvSpPr>
        <dsp:cNvPr id="0" name=""/>
        <dsp:cNvSpPr/>
      </dsp:nvSpPr>
      <dsp:spPr>
        <a:xfrm>
          <a:off x="0" y="2957843"/>
          <a:ext cx="6144767" cy="4727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C604D4-475C-42E1-8587-B36F924A6C36}">
      <dsp:nvSpPr>
        <dsp:cNvPr id="0" name=""/>
        <dsp:cNvSpPr/>
      </dsp:nvSpPr>
      <dsp:spPr>
        <a:xfrm>
          <a:off x="143020" y="3064222"/>
          <a:ext cx="260290" cy="2600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C4561B-6ABE-4D81-A7DF-7A6C6C30B2AF}">
      <dsp:nvSpPr>
        <dsp:cNvPr id="0" name=""/>
        <dsp:cNvSpPr/>
      </dsp:nvSpPr>
      <dsp:spPr>
        <a:xfrm>
          <a:off x="546330" y="2957843"/>
          <a:ext cx="5533085" cy="590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547" tIns="62547" rIns="62547" bIns="6254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Emergency Preparedness Module – serves safety guidelines matched to the current risk level and disaster type.</a:t>
          </a:r>
          <a:endParaRPr lang="en-US" sz="1400" kern="1200"/>
        </a:p>
      </dsp:txBody>
      <dsp:txXfrm>
        <a:off x="546330" y="2957843"/>
        <a:ext cx="5533085" cy="590991"/>
      </dsp:txXfrm>
    </dsp:sp>
    <dsp:sp modelId="{BE4C1C80-2E8F-4BF1-A11C-2AF00385CEA4}">
      <dsp:nvSpPr>
        <dsp:cNvPr id="0" name=""/>
        <dsp:cNvSpPr/>
      </dsp:nvSpPr>
      <dsp:spPr>
        <a:xfrm>
          <a:off x="0" y="3696583"/>
          <a:ext cx="6144767" cy="4727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D30CD7-27F6-4506-956E-000062B50098}">
      <dsp:nvSpPr>
        <dsp:cNvPr id="0" name=""/>
        <dsp:cNvSpPr/>
      </dsp:nvSpPr>
      <dsp:spPr>
        <a:xfrm>
          <a:off x="143020" y="3802962"/>
          <a:ext cx="260290" cy="2600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4AEA51-0C83-4207-BD75-7FCB4DF1FF2E}">
      <dsp:nvSpPr>
        <dsp:cNvPr id="0" name=""/>
        <dsp:cNvSpPr/>
      </dsp:nvSpPr>
      <dsp:spPr>
        <a:xfrm>
          <a:off x="546330" y="3696583"/>
          <a:ext cx="5533085" cy="590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547" tIns="62547" rIns="62547" bIns="6254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Data Visualization Module – formats historical and trend weather data for charts on the frontend.</a:t>
          </a:r>
          <a:endParaRPr lang="en-US" sz="1400" kern="1200"/>
        </a:p>
      </dsp:txBody>
      <dsp:txXfrm>
        <a:off x="546330" y="3696583"/>
        <a:ext cx="5533085" cy="590991"/>
      </dsp:txXfrm>
    </dsp:sp>
    <dsp:sp modelId="{FEBEA99C-36D0-4E37-84F1-8A6FAE7C231F}">
      <dsp:nvSpPr>
        <dsp:cNvPr id="0" name=""/>
        <dsp:cNvSpPr/>
      </dsp:nvSpPr>
      <dsp:spPr>
        <a:xfrm>
          <a:off x="0" y="4435323"/>
          <a:ext cx="6144767" cy="4727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3F7442-B0F8-423E-BA14-3A8C882E697C}">
      <dsp:nvSpPr>
        <dsp:cNvPr id="0" name=""/>
        <dsp:cNvSpPr/>
      </dsp:nvSpPr>
      <dsp:spPr>
        <a:xfrm>
          <a:off x="143020" y="4541701"/>
          <a:ext cx="260290" cy="2600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984EFD-B1EC-40AA-A4BD-6526059B002C}">
      <dsp:nvSpPr>
        <dsp:cNvPr id="0" name=""/>
        <dsp:cNvSpPr/>
      </dsp:nvSpPr>
      <dsp:spPr>
        <a:xfrm>
          <a:off x="546330" y="4435323"/>
          <a:ext cx="5533085" cy="590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547" tIns="62547" rIns="62547" bIns="6254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Admin Module – allows admins to manage alerts and monitor system activity, restricted to users with an admin role.</a:t>
          </a:r>
          <a:endParaRPr lang="en-US" sz="1400" kern="1200"/>
        </a:p>
      </dsp:txBody>
      <dsp:txXfrm>
        <a:off x="546330" y="4435323"/>
        <a:ext cx="5533085" cy="5909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03FA85-6EF5-4A2C-A405-C086FAE967D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1CD320-DDAA-4E24-A43E-74CFB07ED5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86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02F1-4CEC-408C-8507-975C2BF3B3E0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23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BA4B0-8B76-4798-B094-66DB04D8A5CD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447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2CECE-7A60-4952-84BC-B9A98C7C6595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20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82DB1-2910-4050-9F3B-0E13DFAF723E}" type="datetime1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0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F6715-F893-4C0C-A86A-2C77C39B815E}" type="datetime1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896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2E9F6-44F0-46CA-BFB3-3430D53DCBA6}" type="datetime1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26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20D87-9215-4D63-8EBC-AA72DEFC75C3}" type="datetime1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984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12AD6-9054-4F29-B52B-E8C32B328547}" type="datetime1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09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CF63F-FBAB-45FC-83A1-1DBF26AE6EEF}" type="datetime1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2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AE8C-B252-46D5-BB21-180EE017F724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928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915F5-52CC-4143-B110-0882B4875721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89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B114D376-DDC7-407C-A5CA-A6F8A6AA6044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6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71913B-4778-21F6-A60F-623A74DDDC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3465681" cy="2450592"/>
          </a:xfrm>
        </p:spPr>
        <p:txBody>
          <a:bodyPr anchor="t">
            <a:normAutofit/>
          </a:bodyPr>
          <a:lstStyle/>
          <a:p>
            <a:endParaRPr lang="en-IN" sz="480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E3C98-4CE2-10DB-1E13-388DF070F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06871"/>
            <a:ext cx="3465681" cy="1709890"/>
          </a:xfrm>
        </p:spPr>
        <p:txBody>
          <a:bodyPr anchor="t">
            <a:normAutofit/>
          </a:bodyPr>
          <a:lstStyle/>
          <a:p>
            <a:r>
              <a:rPr lang="en-US" dirty="0"/>
              <a:t>Nandana Rajesh</a:t>
            </a:r>
          </a:p>
          <a:p>
            <a:r>
              <a:rPr lang="en-US" dirty="0"/>
              <a:t>Roll No: 44</a:t>
            </a:r>
          </a:p>
          <a:p>
            <a:r>
              <a:rPr lang="en-US" dirty="0"/>
              <a:t>GUIDE: </a:t>
            </a:r>
            <a:r>
              <a:rPr lang="en-US" dirty="0" err="1"/>
              <a:t>Mr.Sivadas</a:t>
            </a:r>
            <a:r>
              <a:rPr lang="en-US" dirty="0"/>
              <a:t> T Nair</a:t>
            </a:r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B70A3E-D392-EE3B-612B-ACB6AC50C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65" r="20484" b="1"/>
          <a:stretch>
            <a:fillRect/>
          </a:stretch>
        </p:blipFill>
        <p:spPr>
          <a:xfrm>
            <a:off x="4920774" y="657369"/>
            <a:ext cx="6061609" cy="564216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8766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FA2791-4537-7952-A29C-85EC742BF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</a:t>
            </a:r>
            <a:br>
              <a:rPr lang="en-US" dirty="0"/>
            </a:b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9A5929-DAD3-28F9-7381-278564000A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6153603"/>
              </p:ext>
            </p:extLst>
          </p:nvPr>
        </p:nvGraphicFramePr>
        <p:xfrm>
          <a:off x="520700" y="2594615"/>
          <a:ext cx="11156951" cy="3734112"/>
        </p:xfrm>
        <a:graphic>
          <a:graphicData uri="http://schemas.openxmlformats.org/drawingml/2006/table">
            <a:tbl>
              <a:tblPr firstRow="1" bandRow="1"/>
              <a:tblGrid>
                <a:gridCol w="1899728">
                  <a:extLst>
                    <a:ext uri="{9D8B030D-6E8A-4147-A177-3AD203B41FA5}">
                      <a16:colId xmlns:a16="http://schemas.microsoft.com/office/drawing/2014/main" val="2722685851"/>
                    </a:ext>
                  </a:extLst>
                </a:gridCol>
                <a:gridCol w="4583267">
                  <a:extLst>
                    <a:ext uri="{9D8B030D-6E8A-4147-A177-3AD203B41FA5}">
                      <a16:colId xmlns:a16="http://schemas.microsoft.com/office/drawing/2014/main" val="2166898193"/>
                    </a:ext>
                  </a:extLst>
                </a:gridCol>
                <a:gridCol w="4673956">
                  <a:extLst>
                    <a:ext uri="{9D8B030D-6E8A-4147-A177-3AD203B41FA5}">
                      <a16:colId xmlns:a16="http://schemas.microsoft.com/office/drawing/2014/main" val="518693114"/>
                    </a:ext>
                  </a:extLst>
                </a:gridCol>
              </a:tblGrid>
              <a:tr h="396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Sl. No</a:t>
                      </a:r>
                    </a:p>
                  </a:txBody>
                  <a:tcPr marL="90196" marR="90196" marT="45098" marB="45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Citation</a:t>
                      </a:r>
                    </a:p>
                  </a:txBody>
                  <a:tcPr marL="90196" marR="90196" marT="45098" marB="45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Methodology</a:t>
                      </a:r>
                    </a:p>
                  </a:txBody>
                  <a:tcPr marL="90196" marR="90196" marT="45098" marB="45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07454"/>
                  </a:ext>
                </a:extLst>
              </a:tr>
              <a:tr h="6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marL="90196" marR="90196" marT="45098" marB="45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IMD Weather Monitoring System</a:t>
                      </a:r>
                    </a:p>
                  </a:txBody>
                  <a:tcPr marL="90196" marR="90196" marT="45098" marB="45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Collects real-time meteorological data using sensors and satellites</a:t>
                      </a:r>
                    </a:p>
                  </a:txBody>
                  <a:tcPr marL="90196" marR="90196" marT="45098" marB="45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413243"/>
                  </a:ext>
                </a:extLst>
              </a:tr>
              <a:tr h="6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marL="90196" marR="90196" marT="45098" marB="45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NDMA Disaster Alert System</a:t>
                      </a:r>
                    </a:p>
                  </a:txBody>
                  <a:tcPr marL="90196" marR="90196" marT="45098" marB="45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Issues alerts based on predefined disaster thresholds</a:t>
                      </a:r>
                    </a:p>
                  </a:txBody>
                  <a:tcPr marL="90196" marR="90196" marT="45098" marB="45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934594"/>
                  </a:ext>
                </a:extLst>
              </a:tr>
              <a:tr h="6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marL="90196" marR="90196" marT="45098" marB="45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Weather Apps (e.g., AccuWeather)</a:t>
                      </a:r>
                    </a:p>
                  </a:txBody>
                  <a:tcPr marL="90196" marR="90196" marT="45098" marB="45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Provides real-time forecasts using API-based data aggregation</a:t>
                      </a:r>
                    </a:p>
                  </a:txBody>
                  <a:tcPr marL="90196" marR="90196" marT="45098" marB="45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324284"/>
                  </a:ext>
                </a:extLst>
              </a:tr>
              <a:tr h="6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</a:t>
                      </a:r>
                    </a:p>
                  </a:txBody>
                  <a:tcPr marL="90196" marR="90196" marT="45098" marB="45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Research on Climate Risk Models</a:t>
                      </a:r>
                    </a:p>
                  </a:txBody>
                  <a:tcPr marL="90196" marR="90196" marT="45098" marB="45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Uses statistical and threshold-based models for risk classification</a:t>
                      </a:r>
                    </a:p>
                  </a:txBody>
                  <a:tcPr marL="90196" marR="90196" marT="45098" marB="45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98346"/>
                  </a:ext>
                </a:extLst>
              </a:tr>
              <a:tr h="6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5</a:t>
                      </a:r>
                    </a:p>
                  </a:txBody>
                  <a:tcPr marL="90196" marR="90196" marT="45098" marB="45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Flood Prediction Systems</a:t>
                      </a:r>
                    </a:p>
                  </a:txBody>
                  <a:tcPr marL="90196" marR="90196" marT="45098" marB="45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Uses rainfall and water-level data for predictive analysis</a:t>
                      </a:r>
                    </a:p>
                  </a:txBody>
                  <a:tcPr marL="90196" marR="90196" marT="45098" marB="45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817197"/>
                  </a:ext>
                </a:extLst>
              </a:tr>
            </a:tbl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FB7460-09D9-6B40-143D-C4F2EAF97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FEA19-D214-402F-9A1C-293A881EBCAA}" type="datetime1">
              <a:rPr lang="en-US" smtClean="0"/>
              <a:t>7/28/2026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891697B-AAB2-54E6-CF2F-8E101C3EE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26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56884C-58F3-43A0-6834-5AF358D49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IN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B14960-75F5-DF84-7FEE-37D7D23E93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7B53272-668A-4CA7-9116-3D0CF75D911E}" type="datetime1">
              <a:rPr lang="en-US" smtClean="0"/>
              <a:pPr>
                <a:spcAft>
                  <a:spcPts val="600"/>
                </a:spcAft>
              </a:pPr>
              <a:t>7/28/2026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8163C2E-C381-52C9-AAD5-7E2498D05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CB7611-EE37-4FE3-3489-B9405B9105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9951080"/>
              </p:ext>
            </p:extLst>
          </p:nvPr>
        </p:nvGraphicFramePr>
        <p:xfrm>
          <a:off x="1111827" y="2171700"/>
          <a:ext cx="10565061" cy="4183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2567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EE637-30C2-6140-06CC-A3BA5E47C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IN" dirty="0"/>
              <a:t>Problems Identified</a:t>
            </a:r>
            <a:br>
              <a:rPr lang="en-IN" dirty="0"/>
            </a:b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9F8008-677E-C1C3-6190-0DF2627C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FA41DE1-1F80-4D99-AE77-05DE924925A9}" type="datetime1">
              <a:rPr lang="en-US" smtClean="0"/>
              <a:pPr>
                <a:spcAft>
                  <a:spcPts val="600"/>
                </a:spcAft>
              </a:pPr>
              <a:t>7/28/2026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A389002-6C97-52E4-8164-AB9C8FD14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6A9D3B-8A2C-0BDF-4326-20A6A82701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215619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7239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A004A-EC29-1783-B411-0ACBF632F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en-US"/>
              <a:t>Proposed System</a:t>
            </a:r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7FC349-84BF-2A4C-645B-4CC84A9BF4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2EDBAE2-2ADA-415B-B4F7-715E7E210A9F}" type="datetime1">
              <a:rPr lang="en-US" smtClean="0"/>
              <a:pPr>
                <a:spcAft>
                  <a:spcPts val="600"/>
                </a:spcAft>
              </a:pPr>
              <a:t>7/28/2026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1FA28A6-06F9-3759-99B5-9F0FC5B8B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D4382A-4EEC-B0AF-8F0E-51E8BCA513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4728560"/>
              </p:ext>
            </p:extLst>
          </p:nvPr>
        </p:nvGraphicFramePr>
        <p:xfrm>
          <a:off x="4156364" y="929696"/>
          <a:ext cx="7520524" cy="5077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0115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723C56-DD95-848A-C53A-E70491943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en-IN"/>
              <a:t>Project Objectives</a:t>
            </a:r>
            <a:br>
              <a:rPr lang="en-IN" dirty="0"/>
            </a:br>
            <a:endParaRPr lang="en-I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DBA095-713D-A44A-BD5F-C0CE8FF866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C6A824B-15C3-432E-BEA1-B12AEB3D7B89}" type="datetime1">
              <a:rPr lang="en-US" smtClean="0"/>
              <a:pPr>
                <a:spcAft>
                  <a:spcPts val="600"/>
                </a:spcAft>
              </a:pPr>
              <a:t>7/28/2026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8394142-1A1F-6970-9E67-580535F1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9A0A68-5E72-392C-F88E-846899463B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3084010"/>
              </p:ext>
            </p:extLst>
          </p:nvPr>
        </p:nvGraphicFramePr>
        <p:xfrm>
          <a:off x="3667991" y="1106340"/>
          <a:ext cx="8008897" cy="4901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9604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A5A036F-9975-4D7C-8141-77791C714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0405AB-F9EB-0014-6489-03A19F0D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5888" y="497392"/>
            <a:ext cx="1116624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2B3C22-6163-B461-6BFD-798C7B166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IN" dirty="0"/>
              <a:t>Scope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23FCBD-5606-F6F0-5615-C2337DD4BC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287758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550FA5C-5824-E2DB-36C8-94A78DD1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B8DE-EAE5-4099-A386-C3066D32D24A}" type="datetime1">
              <a:rPr lang="en-US" smtClean="0"/>
              <a:t>7/28/2026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8BA51BF-A38C-AD88-C753-063526469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08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D4F126-AE05-4FF1-3A53-15F94A88D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700"/>
              <a:t>Expected Users</a:t>
            </a:r>
            <a:br>
              <a:rPr lang="en-IN" sz="3700"/>
            </a:br>
            <a:endParaRPr lang="en-IN" sz="370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30EDE84-D1B0-E3D2-8C81-429D65E146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EE762EE-3A5A-4E43-AF26-61C5CA25D20D}" type="datetime1">
              <a:rPr lang="en-US" smtClean="0"/>
              <a:pPr>
                <a:spcAft>
                  <a:spcPts val="600"/>
                </a:spcAft>
              </a:pPr>
              <a:t>7/28/2026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9759E0-4872-3061-CAD6-EF5EEF66D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34EB201-FB44-2DB9-7656-A246613F03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144795"/>
              </p:ext>
            </p:extLst>
          </p:nvPr>
        </p:nvGraphicFramePr>
        <p:xfrm>
          <a:off x="4910328" y="2304288"/>
          <a:ext cx="6766560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8500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57C4-C682-FC3F-6330-43BCC021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Requirement Analysis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6CA2E5-0D04-C67F-330F-EFD162869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618508"/>
            <a:ext cx="5166360" cy="380723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Functional Requirements</a:t>
            </a:r>
          </a:p>
          <a:p>
            <a:endParaRPr lang="en-IN" dirty="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1D079673-F9B2-BE81-F70F-87FE4D75F85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35288601"/>
              </p:ext>
            </p:extLst>
          </p:nvPr>
        </p:nvGraphicFramePr>
        <p:xfrm>
          <a:off x="521208" y="3035808"/>
          <a:ext cx="5166360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9D8F4B-941A-C4B6-D0E2-C3B1C6766A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7490" y="2286000"/>
            <a:ext cx="5166360" cy="65836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Non-Functional Requirements</a:t>
            </a:r>
          </a:p>
          <a:p>
            <a:endParaRPr lang="en-IN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5F44C156-ECBE-0F82-A971-740DE97E5A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9958846"/>
              </p:ext>
            </p:extLst>
          </p:nvPr>
        </p:nvGraphicFramePr>
        <p:xfrm>
          <a:off x="5910116" y="2944368"/>
          <a:ext cx="5775916" cy="3574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A052716-EB4D-CB4B-739B-6FDEC09EA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C699-51D8-4EAA-89D1-4630B3874AE9}" type="datetime1">
              <a:rPr lang="en-US" smtClean="0"/>
              <a:t>7/28/2026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4FD8FD-5EC4-51F0-BFC2-7A3B616F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28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81933E-93BD-38CE-3C98-D10B2844C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28853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B1E35EA-FB9C-AE5F-4AB8-1B3D59CC9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22976" y="611650"/>
            <a:ext cx="6144768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40974AA-F973-A797-A827-EC4904470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5376672"/>
          </a:xfrm>
        </p:spPr>
        <p:txBody>
          <a:bodyPr>
            <a:normAutofit/>
          </a:bodyPr>
          <a:lstStyle/>
          <a:p>
            <a:r>
              <a:rPr lang="en-IN" dirty="0"/>
              <a:t>Overall Architecture</a:t>
            </a:r>
            <a:br>
              <a:rPr lang="en-IN" dirty="0"/>
            </a:br>
            <a:endParaRPr lang="en-IN" dirty="0"/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06E8F73B-7177-D76D-AA0B-8F86F5FBE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2976" y="1042416"/>
            <a:ext cx="6144768" cy="531266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dirty="0"/>
              <a:t>Weather Guard follows a 3-tier client-server architecture:</a:t>
            </a:r>
          </a:p>
          <a:p>
            <a:pPr>
              <a:lnSpc>
                <a:spcPct val="100000"/>
              </a:lnSpc>
            </a:pPr>
            <a:r>
              <a:rPr lang="en-IN" dirty="0"/>
              <a:t>Presentation Layer (Frontend) – React.js</a:t>
            </a:r>
            <a:br>
              <a:rPr lang="en-IN" dirty="0"/>
            </a:br>
            <a:r>
              <a:rPr lang="en-IN" dirty="0"/>
              <a:t>Handles UI rendering and user interaction, and communicates with the backend over HTTP/HTTPS. It does not call external APIs directly; all requests go through the backend.</a:t>
            </a:r>
          </a:p>
          <a:p>
            <a:pPr>
              <a:lnSpc>
                <a:spcPct val="100000"/>
              </a:lnSpc>
            </a:pPr>
            <a:r>
              <a:rPr lang="en-IN" dirty="0"/>
              <a:t>Application Layer (Backend) – Spring Boot</a:t>
            </a:r>
            <a:br>
              <a:rPr lang="en-IN" dirty="0"/>
            </a:br>
            <a:r>
              <a:rPr lang="en-IN" dirty="0"/>
              <a:t>Exposes REST APIs and contains all business logic, including authentication, risk computation, and alert handling. This is the only layer that communicates with external services and the database.</a:t>
            </a:r>
          </a:p>
          <a:p>
            <a:pPr>
              <a:lnSpc>
                <a:spcPct val="100000"/>
              </a:lnSpc>
            </a:pPr>
            <a:r>
              <a:rPr lang="en-IN" dirty="0"/>
              <a:t>Data Layer – MySQL</a:t>
            </a:r>
            <a:br>
              <a:rPr lang="en-IN" dirty="0"/>
            </a:br>
            <a:r>
              <a:rPr lang="en-IN" dirty="0"/>
              <a:t>Stores users, weather records, computed risk data, alerts, and emergency guidelines.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/>
              <a:t>External Dependency: Open-</a:t>
            </a:r>
            <a:r>
              <a:rPr lang="en-IN" dirty="0" err="1"/>
              <a:t>Meteo</a:t>
            </a:r>
            <a:r>
              <a:rPr lang="en-IN" dirty="0"/>
              <a:t> weather API, accessed only by the backend, never exposed to the frontend directly.</a:t>
            </a:r>
          </a:p>
          <a:p>
            <a:pPr>
              <a:lnSpc>
                <a:spcPct val="100000"/>
              </a:lnSpc>
            </a:pPr>
            <a:endParaRPr lang="en-IN" dirty="0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821922CD-5C1B-EA8A-2DD9-22531A9FD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5F81-D2BF-41E9-B1FA-7EFF5EDEDB99}" type="datetime1">
              <a:rPr lang="en-US" smtClean="0"/>
              <a:t>7/28/2026</a:t>
            </a:fld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C69F7A4-2631-4A17-C8B8-6305B5C94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66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8873F53-55B7-4E34-B697-201CF2F10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5CA99-7203-4097-6BAB-C9CC3BED2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6488" y="978408"/>
            <a:ext cx="3200400" cy="2459736"/>
          </a:xfrm>
        </p:spPr>
        <p:txBody>
          <a:bodyPr anchor="b">
            <a:normAutofit/>
          </a:bodyPr>
          <a:lstStyle/>
          <a:p>
            <a:r>
              <a:rPr lang="en-US" sz="4000" dirty="0"/>
              <a:t>Architecture Diagram</a:t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D90D0AA-A57E-2DE9-0CE8-B7B306878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6D6D08-2464-3941-BD69-56D17EF74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41" r="7657" b="-2"/>
          <a:stretch>
            <a:fillRect/>
          </a:stretch>
        </p:blipFill>
        <p:spPr>
          <a:xfrm>
            <a:off x="517864" y="970929"/>
            <a:ext cx="7534183" cy="5375076"/>
          </a:xfrm>
          <a:prstGeom prst="rect">
            <a:avLst/>
          </a:prstGeom>
        </p:spPr>
      </p:pic>
      <p:sp>
        <p:nvSpPr>
          <p:cNvPr id="22" name="Content Placeholder 10">
            <a:extLst>
              <a:ext uri="{FF2B5EF4-FFF2-40B4-BE49-F238E27FC236}">
                <a16:creationId xmlns:a16="http://schemas.microsoft.com/office/drawing/2014/main" id="{6B6CAE8C-636C-125C-C244-ECA599CD9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6488" y="3538728"/>
            <a:ext cx="3200400" cy="2816352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4BAC5-A192-0725-9904-C0A6B87659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74BA4B0-8B76-4798-B094-66DB04D8A5CD}" type="datetime1">
              <a:rPr lang="en-US">
                <a:solidFill>
                  <a:srgbClr val="000000"/>
                </a:solidFill>
              </a:rPr>
              <a:pPr>
                <a:spcAft>
                  <a:spcPts val="600"/>
                </a:spcAft>
              </a:pPr>
              <a:t>7/28/2026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F4E82-4159-E961-8633-A825D3436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rgbClr val="000000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076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7594B2-39CD-58F0-3B6C-C11ACF9B9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en-IN" dirty="0"/>
              <a:t>Modules</a:t>
            </a:r>
            <a:br>
              <a:rPr lang="en-IN" dirty="0"/>
            </a:b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C5132-11F5-F3BE-6EFD-55AAE83826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FC51B92-FFDF-44B5-A5B9-B0505B13B491}" type="datetime1">
              <a:rPr lang="en-US" smtClean="0"/>
              <a:pPr>
                <a:spcAft>
                  <a:spcPts val="600"/>
                </a:spcAft>
              </a:pPr>
              <a:t>7/28/2026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EDFE742-45B0-6099-42B8-60C523F45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D1E8C1-019D-C7BE-BE30-A58F6E592D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1909837"/>
              </p:ext>
            </p:extLst>
          </p:nvPr>
        </p:nvGraphicFramePr>
        <p:xfrm>
          <a:off x="5532120" y="978408"/>
          <a:ext cx="6144768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9581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7EFAAB5-34A3-C2FC-70BA-7720CC8A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9CB7FFA-FAB8-4DAF-EC0D-8A388F872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408"/>
            <a:ext cx="11153213" cy="34219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800" dirty="0"/>
              <a:t>Tables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19936-84BE-4161-A5A1-E4131369F9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74BA4B0-8B76-4798-B094-66DB04D8A5CD}" type="datetime1">
              <a:rPr lang="en-US" smtClean="0"/>
              <a:pPr>
                <a:spcAft>
                  <a:spcPts val="600"/>
                </a:spcAft>
              </a:pPr>
              <a:t>7/28/2026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ADF49-16C0-10E1-FC42-6D125F00C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8A44BC8-2508-4575-75F6-0ED3F11E7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4BCF1CC-D6F1-21D9-307D-C36BA9E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209925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60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6012E-8ACA-64C3-1774-3AA9CA8F3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User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771FB-9D61-8FAB-5F60-A304BB85D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74BA4B0-8B76-4798-B094-66DB04D8A5CD}" type="datetime1">
              <a:rPr lang="en-US" smtClean="0"/>
              <a:pPr>
                <a:spcAft>
                  <a:spcPts val="600"/>
                </a:spcAft>
              </a:pPr>
              <a:t>7/28/2026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77D28-CD2F-054F-98DB-37D809658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C475697-69E6-EB70-6131-4F96B4E06D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329357"/>
              </p:ext>
            </p:extLst>
          </p:nvPr>
        </p:nvGraphicFramePr>
        <p:xfrm>
          <a:off x="883849" y="2578100"/>
          <a:ext cx="10430652" cy="3767140"/>
        </p:xfrm>
        <a:graphic>
          <a:graphicData uri="http://schemas.openxmlformats.org/drawingml/2006/table">
            <a:tbl>
              <a:tblPr firstCol="1" lastRow="1">
                <a:tableStyleId>{2D5ABB26-0587-4C30-8999-92F81FD0307C}</a:tableStyleId>
              </a:tblPr>
              <a:tblGrid>
                <a:gridCol w="2993060">
                  <a:extLst>
                    <a:ext uri="{9D8B030D-6E8A-4147-A177-3AD203B41FA5}">
                      <a16:colId xmlns:a16="http://schemas.microsoft.com/office/drawing/2014/main" val="1342408769"/>
                    </a:ext>
                  </a:extLst>
                </a:gridCol>
                <a:gridCol w="3718796">
                  <a:extLst>
                    <a:ext uri="{9D8B030D-6E8A-4147-A177-3AD203B41FA5}">
                      <a16:colId xmlns:a16="http://schemas.microsoft.com/office/drawing/2014/main" val="2761579320"/>
                    </a:ext>
                  </a:extLst>
                </a:gridCol>
                <a:gridCol w="3718796">
                  <a:extLst>
                    <a:ext uri="{9D8B030D-6E8A-4147-A177-3AD203B41FA5}">
                      <a16:colId xmlns:a16="http://schemas.microsoft.com/office/drawing/2014/main" val="2072976526"/>
                    </a:ext>
                  </a:extLst>
                </a:gridCol>
              </a:tblGrid>
              <a:tr h="402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Field Name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Data Type / Constraint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Description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421106"/>
                  </a:ext>
                </a:extLst>
              </a:tr>
              <a:tr h="402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user_id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INT, Primary Key, Auto Increment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Unique identifier for each user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6944281"/>
                  </a:ext>
                </a:extLst>
              </a:tr>
              <a:tr h="402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username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VARCHAR, UNIQUE, NOT NULL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Username of the user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825304"/>
                  </a:ext>
                </a:extLst>
              </a:tr>
              <a:tr h="402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email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VARCHAR, UNIQUE, NOT NULL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Email address of the user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1249520"/>
                  </a:ext>
                </a:extLst>
              </a:tr>
              <a:tr h="6766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password_hash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VARCHAR, NOT NULL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Encrypted password for authentication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3297318"/>
                  </a:ext>
                </a:extLst>
              </a:tr>
              <a:tr h="6766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role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ENUM ('user', 'admin')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Defines user role (normal user or admin)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2440484"/>
                  </a:ext>
                </a:extLst>
              </a:tr>
              <a:tr h="402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location_id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INT, Foreign Key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References Location(location_id)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243658"/>
                  </a:ext>
                </a:extLst>
              </a:tr>
              <a:tr h="402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created_at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TIMESTAMP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Timestamp of account creation</a:t>
                      </a: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2603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050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14645-62EE-6EE6-2E58-C4394E09E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Location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5F5DB54-FF71-5BAF-A0B1-E198B8672C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5700040"/>
              </p:ext>
            </p:extLst>
          </p:nvPr>
        </p:nvGraphicFramePr>
        <p:xfrm>
          <a:off x="620523" y="2235708"/>
          <a:ext cx="11156949" cy="2194560"/>
        </p:xfrm>
        <a:graphic>
          <a:graphicData uri="http://schemas.openxmlformats.org/drawingml/2006/table">
            <a:tbl>
              <a:tblPr firstCol="1">
                <a:tableStyleId>{2D5ABB26-0587-4C30-8999-92F81FD0307C}</a:tableStyleId>
              </a:tblPr>
              <a:tblGrid>
                <a:gridCol w="3718983">
                  <a:extLst>
                    <a:ext uri="{9D8B030D-6E8A-4147-A177-3AD203B41FA5}">
                      <a16:colId xmlns:a16="http://schemas.microsoft.com/office/drawing/2014/main" val="3226043888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4018209373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13843579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Field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Data Type / Constraint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7927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location_id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INT, Primary Key, Auto Increment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Unique identifier for 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8258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VARCHAR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Name of the 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461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VARCHAR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Name of the 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613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latitude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DECIMAL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Latitude coordinate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749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longitude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DECIMAL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Longitude coordinate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259365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68DC0-108E-F986-063A-F3AA81B43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BA4B0-8B76-4798-B094-66DB04D8A5CD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46B6F-FB44-6475-5C6F-93A5E80DE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38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A76ED-C295-F864-D3AE-CE417CFDA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Weather data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9ED4E6A-AE38-5DEF-CF14-40A677AEEF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8551936"/>
              </p:ext>
            </p:extLst>
          </p:nvPr>
        </p:nvGraphicFramePr>
        <p:xfrm>
          <a:off x="620523" y="2441448"/>
          <a:ext cx="11156949" cy="2926080"/>
        </p:xfrm>
        <a:graphic>
          <a:graphicData uri="http://schemas.openxmlformats.org/drawingml/2006/table">
            <a:tbl>
              <a:tblPr/>
              <a:tblGrid>
                <a:gridCol w="3718983">
                  <a:extLst>
                    <a:ext uri="{9D8B030D-6E8A-4147-A177-3AD203B41FA5}">
                      <a16:colId xmlns:a16="http://schemas.microsoft.com/office/drawing/2014/main" val="3117045387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1278741089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3067610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 / Constraint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609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weather_id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INT, Primary Key, Auto Increment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Unique identifier for weather record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852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INT, Foreign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References Location(location_id)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54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temperature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Temperature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47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humidity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Humidity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258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rainfall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Rainfall measurement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231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wind_speed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Wind speed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12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Time of data recording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00862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1CBC9-4805-175D-F6F3-B5CB10AAC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BA4B0-8B76-4798-B094-66DB04D8A5CD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BDCD6-90AF-E75E-723D-C2CDED9EA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17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8C5BA-1FD4-0470-4524-4FADF1613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70590"/>
            <a:ext cx="11155680" cy="1463040"/>
          </a:xfrm>
        </p:spPr>
        <p:txBody>
          <a:bodyPr/>
          <a:lstStyle/>
          <a:p>
            <a:r>
              <a:rPr lang="en-US" dirty="0"/>
              <a:t>Risk data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8C44C9D-8326-2535-113F-4B72E000A3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8209185"/>
              </p:ext>
            </p:extLst>
          </p:nvPr>
        </p:nvGraphicFramePr>
        <p:xfrm>
          <a:off x="962130" y="2100119"/>
          <a:ext cx="9380472" cy="3767136"/>
        </p:xfrm>
        <a:graphic>
          <a:graphicData uri="http://schemas.openxmlformats.org/drawingml/2006/table">
            <a:tbl>
              <a:tblPr/>
              <a:tblGrid>
                <a:gridCol w="3126824">
                  <a:extLst>
                    <a:ext uri="{9D8B030D-6E8A-4147-A177-3AD203B41FA5}">
                      <a16:colId xmlns:a16="http://schemas.microsoft.com/office/drawing/2014/main" val="2119919615"/>
                    </a:ext>
                  </a:extLst>
                </a:gridCol>
                <a:gridCol w="3126824">
                  <a:extLst>
                    <a:ext uri="{9D8B030D-6E8A-4147-A177-3AD203B41FA5}">
                      <a16:colId xmlns:a16="http://schemas.microsoft.com/office/drawing/2014/main" val="114196545"/>
                    </a:ext>
                  </a:extLst>
                </a:gridCol>
                <a:gridCol w="3126824">
                  <a:extLst>
                    <a:ext uri="{9D8B030D-6E8A-4147-A177-3AD203B41FA5}">
                      <a16:colId xmlns:a16="http://schemas.microsoft.com/office/drawing/2014/main" val="904254009"/>
                    </a:ext>
                  </a:extLst>
                </a:gridCol>
              </a:tblGrid>
              <a:tr h="307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Field Name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Data Type / Constraint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Description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550515"/>
                  </a:ext>
                </a:extLst>
              </a:tr>
              <a:tr h="307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risk_id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INT, Primary Key, Auto Increment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Unique identifier for risk record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154102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weather_id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INT, Foreign Key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References WeatherData(weather_id)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139299"/>
                  </a:ext>
                </a:extLst>
              </a:tr>
              <a:tr h="307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risk_level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ENUM ('Low', 'Medium', 'High')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Classified risk level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931524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temperature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DECIMAL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Temperature used for risk calculation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362526"/>
                  </a:ext>
                </a:extLst>
              </a:tr>
              <a:tr h="307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rainfall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DECIMAL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Rainfall used for risk calculation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154930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wind_speed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DECIMAL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Wind speed used for risk calculation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767971"/>
                  </a:ext>
                </a:extLst>
              </a:tr>
              <a:tr h="307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humidity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DECIMAL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Humidity used for risk calculation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382742"/>
                  </a:ext>
                </a:extLst>
              </a:tr>
              <a:tr h="307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description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VARCHAR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Explanation of risk level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035052"/>
                  </a:ext>
                </a:extLst>
              </a:tr>
              <a:tr h="307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timestamp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TIMESTAMP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Time of risk evaluation</a:t>
                      </a:r>
                    </a:p>
                  </a:txBody>
                  <a:tcPr marL="76880" marR="76880" marT="38440" marB="38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82076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2F493-AF91-088F-1F9B-D42EDCB48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BA4B0-8B76-4798-B094-66DB04D8A5CD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7FEA07-C3FB-243F-15F4-319518FD5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98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775FB-D878-F629-F284-33D67C284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61317B2-DEAD-FC55-E7E0-8F1E7D0C4D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185044"/>
              </p:ext>
            </p:extLst>
          </p:nvPr>
        </p:nvGraphicFramePr>
        <p:xfrm>
          <a:off x="520700" y="2907189"/>
          <a:ext cx="8804423" cy="3108960"/>
        </p:xfrm>
        <a:graphic>
          <a:graphicData uri="http://schemas.openxmlformats.org/drawingml/2006/table">
            <a:tbl>
              <a:tblPr/>
              <a:tblGrid>
                <a:gridCol w="1366457">
                  <a:extLst>
                    <a:ext uri="{9D8B030D-6E8A-4147-A177-3AD203B41FA5}">
                      <a16:colId xmlns:a16="http://schemas.microsoft.com/office/drawing/2014/main" val="1457694291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3970806097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16932477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 / Constraint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540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alert_id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INT, Primary Key, Auto Increment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Unique identifier for alert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499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INT, Foreign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References Location(location_id)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077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alert_type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VARCHAR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 of alert (e.g., Rain, Heatwave, Storm)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467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severity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ENUM ('Low', 'Medium', 'High')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Severity level of alert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379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message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Alert message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044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ENUM ('API', 'Admin')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Source of alert (external API or admin)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54504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87421-6D6F-DD38-CE14-ADA09707E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BA4B0-8B76-4798-B094-66DB04D8A5CD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45115-2FD3-A4DB-0D35-46F37574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99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29B6-A5D8-B690-4FB5-6798E6DA4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Emergency Guidelines 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220F0EB-F4B1-F9F4-B4C5-990FE6A8E6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4445092"/>
              </p:ext>
            </p:extLst>
          </p:nvPr>
        </p:nvGraphicFramePr>
        <p:xfrm>
          <a:off x="520700" y="3227229"/>
          <a:ext cx="9001717" cy="2468880"/>
        </p:xfrm>
        <a:graphic>
          <a:graphicData uri="http://schemas.openxmlformats.org/drawingml/2006/table">
            <a:tbl>
              <a:tblPr/>
              <a:tblGrid>
                <a:gridCol w="1563751">
                  <a:extLst>
                    <a:ext uri="{9D8B030D-6E8A-4147-A177-3AD203B41FA5}">
                      <a16:colId xmlns:a16="http://schemas.microsoft.com/office/drawing/2014/main" val="494804423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224954837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14539233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 / Constraint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94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guideline_id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INT, Primary Key, Auto Increment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Unique identifier for each guideline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26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risk_level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ENUM ('Low', 'Medium', 'High')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Associated risk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543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disaster_type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 of disaster (e.g., Flood, Heatwave, Storm)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59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Detailed emergency instructions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934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Time of guideline creation/update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51278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8BE55-FC26-80D9-64B5-0D4D68A40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BA4B0-8B76-4798-B094-66DB04D8A5CD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8F1669-A043-B17C-2ED9-79C6B0E29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83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7EFAAB5-34A3-C2FC-70BA-7720CC8A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F38CBED-5D7B-863B-B298-5A37DB658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408"/>
            <a:ext cx="11153213" cy="34219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800"/>
              <a:t>ER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5A83B-D976-989F-57A2-63A83FC43F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74BA4B0-8B76-4798-B094-66DB04D8A5CD}" type="datetime1">
              <a:rPr lang="en-US" smtClean="0"/>
              <a:pPr>
                <a:spcAft>
                  <a:spcPts val="600"/>
                </a:spcAft>
              </a:pPr>
              <a:t>7/28/2026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5A3AB7-CC39-2AFA-C71F-00CE831C5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8A44BC8-2508-4575-75F6-0ED3F11E7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4BCF1CC-D6F1-21D9-307D-C36BA9E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209925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5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8651-8BD4-DC35-28A8-9B29B069D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BA4B0-8B76-4798-B094-66DB04D8A5CD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DBC145-34C2-D2FF-B9D0-842615E5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21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26EDCC5-151D-4F93-FEF7-CA9174859D9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574" y="498764"/>
            <a:ext cx="10099962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779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7EFAAB5-34A3-C2FC-70BA-7720CC8A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AC55C0-9A2E-D56C-6B82-445D46953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9"/>
            <a:ext cx="7263804" cy="100820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Technology Stack</a:t>
            </a:r>
            <a:br>
              <a:rPr lang="en-US" sz="3100"/>
            </a:br>
            <a:endParaRPr lang="en-US" sz="31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DD57DDC-2075-7CBD-00B4-0A5FF0991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B837E1F-23DE-14D2-0464-22597D2C11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86" b="19447"/>
          <a:stretch>
            <a:fillRect/>
          </a:stretch>
        </p:blipFill>
        <p:spPr>
          <a:xfrm>
            <a:off x="517868" y="2101022"/>
            <a:ext cx="11153216" cy="42449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802053-4CE6-9B79-F8BF-585318B968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920D87-9215-4D63-8EBC-AA72DEFC75C3}" type="datetime1">
              <a:rPr lang="en-US" smtClean="0"/>
              <a:pPr>
                <a:spcAft>
                  <a:spcPts val="600"/>
                </a:spcAft>
              </a:pPr>
              <a:t>7/28/2026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388360-5CFE-A666-1ED2-BFE651FAC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420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3B052-CC1C-FDD8-EFA5-42B519D3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Product Backlog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AA6BA-0CC6-3A2F-7AC0-18EE7CA7B6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74BA4B0-8B76-4798-B094-66DB04D8A5CD}" type="datetime1">
              <a:rPr lang="en-US" smtClean="0"/>
              <a:pPr>
                <a:spcAft>
                  <a:spcPts val="600"/>
                </a:spcAft>
              </a:pPr>
              <a:t>7/28/2026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70D3B-407E-D1FC-FE71-0CE161D6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F050E02-5B97-341E-133D-90E7A8009C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3483497"/>
              </p:ext>
            </p:extLst>
          </p:nvPr>
        </p:nvGraphicFramePr>
        <p:xfrm>
          <a:off x="520700" y="2933935"/>
          <a:ext cx="11156951" cy="3055472"/>
        </p:xfrm>
        <a:graphic>
          <a:graphicData uri="http://schemas.openxmlformats.org/drawingml/2006/table">
            <a:tbl>
              <a:tblPr/>
              <a:tblGrid>
                <a:gridCol w="2004438">
                  <a:extLst>
                    <a:ext uri="{9D8B030D-6E8A-4147-A177-3AD203B41FA5}">
                      <a16:colId xmlns:a16="http://schemas.microsoft.com/office/drawing/2014/main" val="3282888454"/>
                    </a:ext>
                  </a:extLst>
                </a:gridCol>
                <a:gridCol w="9152513">
                  <a:extLst>
                    <a:ext uri="{9D8B030D-6E8A-4147-A177-3AD203B41FA5}">
                      <a16:colId xmlns:a16="http://schemas.microsoft.com/office/drawing/2014/main" val="4072876219"/>
                    </a:ext>
                  </a:extLst>
                </a:gridCol>
              </a:tblGrid>
              <a:tr h="436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ID</a:t>
                      </a:r>
                    </a:p>
                  </a:txBody>
                  <a:tcPr marL="99776" marR="99776" marT="49888" marB="49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User Story</a:t>
                      </a:r>
                    </a:p>
                  </a:txBody>
                  <a:tcPr marL="99776" marR="99776" marT="49888" marB="49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957700"/>
                  </a:ext>
                </a:extLst>
              </a:tr>
              <a:tr h="436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US1</a:t>
                      </a:r>
                    </a:p>
                  </a:txBody>
                  <a:tcPr marL="99776" marR="99776" marT="49888" marB="49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As a user, I want to view real-time weather updates so that I can stay informed</a:t>
                      </a:r>
                    </a:p>
                  </a:txBody>
                  <a:tcPr marL="99776" marR="99776" marT="49888" marB="49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415441"/>
                  </a:ext>
                </a:extLst>
              </a:tr>
              <a:tr h="436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US2</a:t>
                      </a:r>
                    </a:p>
                  </a:txBody>
                  <a:tcPr marL="99776" marR="99776" marT="49888" marB="49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As a user, I want to receive alerts for extreme weather conditions</a:t>
                      </a:r>
                    </a:p>
                  </a:txBody>
                  <a:tcPr marL="99776" marR="99776" marT="49888" marB="49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288034"/>
                  </a:ext>
                </a:extLst>
              </a:tr>
              <a:tr h="436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US3</a:t>
                      </a:r>
                    </a:p>
                  </a:txBody>
                  <a:tcPr marL="99776" marR="99776" marT="49888" marB="49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As a user, I want to see risk levels (Low/Medium/High) for my location</a:t>
                      </a:r>
                    </a:p>
                  </a:txBody>
                  <a:tcPr marL="99776" marR="99776" marT="49888" marB="49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778942"/>
                  </a:ext>
                </a:extLst>
              </a:tr>
              <a:tr h="436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US4</a:t>
                      </a:r>
                    </a:p>
                  </a:txBody>
                  <a:tcPr marL="99776" marR="99776" marT="49888" marB="49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As an admin, I want to manage weather and alert data</a:t>
                      </a:r>
                    </a:p>
                  </a:txBody>
                  <a:tcPr marL="99776" marR="99776" marT="49888" marB="49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362873"/>
                  </a:ext>
                </a:extLst>
              </a:tr>
              <a:tr h="436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US5</a:t>
                      </a:r>
                    </a:p>
                  </a:txBody>
                  <a:tcPr marL="99776" marR="99776" marT="49888" marB="49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As a user, I want emergency preparedness guidelines during disasters</a:t>
                      </a:r>
                    </a:p>
                  </a:txBody>
                  <a:tcPr marL="99776" marR="99776" marT="49888" marB="49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907539"/>
                  </a:ext>
                </a:extLst>
              </a:tr>
              <a:tr h="436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US6</a:t>
                      </a:r>
                    </a:p>
                  </a:txBody>
                  <a:tcPr marL="99776" marR="99776" marT="49888" marB="49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As a system, I want to </a:t>
                      </a:r>
                      <a:r>
                        <a:rPr lang="en-IN" sz="1900" dirty="0" err="1"/>
                        <a:t>analyze</a:t>
                      </a:r>
                      <a:r>
                        <a:rPr lang="en-IN" sz="1900" dirty="0"/>
                        <a:t> weather data to generate risk indicators</a:t>
                      </a:r>
                    </a:p>
                  </a:txBody>
                  <a:tcPr marL="99776" marR="99776" marT="49888" marB="498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311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463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EDBC09E-10FE-C48A-8AE5-2DE3D7D70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663A14C-4615-FAF4-72BB-9AA9B80A6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6117661" cy="32901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 dirty="0"/>
              <a:t>Thankyou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50CBA-43D7-6D94-376F-A69D80EF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19088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74BA4B0-8B76-4798-B094-66DB04D8A5CD}" type="datetime1">
              <a:rPr lang="en-US" smtClean="0"/>
              <a:pPr>
                <a:spcAft>
                  <a:spcPts val="600"/>
                </a:spcAft>
              </a:pPr>
              <a:t>7/28/2026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79EE8-D49A-568C-157C-C82656949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EBD83C-D653-7B6E-791C-91DC49F8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8B09CB6-CBCC-A221-E35E-4FA215926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696" y="4617503"/>
            <a:ext cx="6071583" cy="45719"/>
          </a:xfrm>
          <a:custGeom>
            <a:avLst/>
            <a:gdLst>
              <a:gd name="connsiteX0" fmla="*/ 0 w 6071583"/>
              <a:gd name="connsiteY0" fmla="*/ 0 h 45719"/>
              <a:gd name="connsiteX1" fmla="*/ 3434358 w 6071583"/>
              <a:gd name="connsiteY1" fmla="*/ 0 h 45719"/>
              <a:gd name="connsiteX2" fmla="*/ 4667593 w 6071583"/>
              <a:gd name="connsiteY2" fmla="*/ 0 h 45719"/>
              <a:gd name="connsiteX3" fmla="*/ 6071583 w 6071583"/>
              <a:gd name="connsiteY3" fmla="*/ 0 h 45719"/>
              <a:gd name="connsiteX4" fmla="*/ 6071583 w 6071583"/>
              <a:gd name="connsiteY4" fmla="*/ 45719 h 45719"/>
              <a:gd name="connsiteX5" fmla="*/ 4667593 w 6071583"/>
              <a:gd name="connsiteY5" fmla="*/ 45719 h 45719"/>
              <a:gd name="connsiteX6" fmla="*/ 3434358 w 6071583"/>
              <a:gd name="connsiteY6" fmla="*/ 45719 h 45719"/>
              <a:gd name="connsiteX7" fmla="*/ 0 w 6071583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71583" h="45719">
                <a:moveTo>
                  <a:pt x="0" y="0"/>
                </a:moveTo>
                <a:lnTo>
                  <a:pt x="3434358" y="0"/>
                </a:lnTo>
                <a:lnTo>
                  <a:pt x="4667593" y="0"/>
                </a:lnTo>
                <a:lnTo>
                  <a:pt x="6071583" y="0"/>
                </a:lnTo>
                <a:lnTo>
                  <a:pt x="6071583" y="45719"/>
                </a:lnTo>
                <a:lnTo>
                  <a:pt x="4667593" y="45719"/>
                </a:lnTo>
                <a:lnTo>
                  <a:pt x="3434358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86185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1267</Words>
  <Application>Microsoft Office PowerPoint</Application>
  <PresentationFormat>Widescreen</PresentationFormat>
  <Paragraphs>291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Bierstadt</vt:lpstr>
      <vt:lpstr>Calibri</vt:lpstr>
      <vt:lpstr>GestaltVTI</vt:lpstr>
      <vt:lpstr>PowerPoint Presentation</vt:lpstr>
      <vt:lpstr>Problem Statement  </vt:lpstr>
      <vt:lpstr>EXISTING SYSTEMS</vt:lpstr>
      <vt:lpstr>Problems Identified </vt:lpstr>
      <vt:lpstr>Proposed System</vt:lpstr>
      <vt:lpstr>Project Objectives </vt:lpstr>
      <vt:lpstr>Scope </vt:lpstr>
      <vt:lpstr>Expected Users </vt:lpstr>
      <vt:lpstr>Requirement Analysis </vt:lpstr>
      <vt:lpstr>Overall Architecture </vt:lpstr>
      <vt:lpstr>Architecture Diagram </vt:lpstr>
      <vt:lpstr>Modules </vt:lpstr>
      <vt:lpstr>Tables</vt:lpstr>
      <vt:lpstr>User</vt:lpstr>
      <vt:lpstr>Location</vt:lpstr>
      <vt:lpstr>Weather data</vt:lpstr>
      <vt:lpstr>Risk data</vt:lpstr>
      <vt:lpstr>Alert</vt:lpstr>
      <vt:lpstr>Emergency Guidelines </vt:lpstr>
      <vt:lpstr>ER Diagram</vt:lpstr>
      <vt:lpstr>PowerPoint Presentation</vt:lpstr>
      <vt:lpstr>Technology Stack </vt:lpstr>
      <vt:lpstr>Product Backlog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Nandana Rajesh</dc:creator>
  <cp:lastModifiedBy>Nandana Rajesh</cp:lastModifiedBy>
  <cp:revision>3</cp:revision>
  <dcterms:created xsi:type="dcterms:W3CDTF">2026-07-27T23:48:24Z</dcterms:created>
  <dcterms:modified xsi:type="dcterms:W3CDTF">2026-07-28T06:54:46Z</dcterms:modified>
</cp:coreProperties>
</file>